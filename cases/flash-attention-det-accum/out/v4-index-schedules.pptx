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766560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本页例子是否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2808" y="1444752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，不参与累加）；一条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=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2059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8014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8216" y="1444752"/>
            <a:ext cx="2320035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11680" y="56875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23874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64107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