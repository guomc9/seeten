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331720"/>
                <a:gridCol w="1005840"/>
                <a:gridCol w="105156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列（同方形折叠）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766560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962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28770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962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28770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55488" y="1444752"/>
            <a:ext cx="142417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58692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7842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9484" y="1444752"/>
            <a:ext cx="25237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，不参与累加）；一条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17081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46906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6056" y="1444752"/>
            <a:ext cx="215061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469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332" y="1444752"/>
            <a:ext cx="2411475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29360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69594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440680"/>
          <a:ext cx="2340864" cy="38404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074920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1521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0740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44846" y="1444752"/>
            <a:ext cx="189306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23874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64107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0154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7074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5954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15104" y="1444752"/>
            <a:ext cx="129870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0154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7074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12030" y="1444752"/>
            <a:ext cx="69113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1180" y="1444752"/>
            <a:ext cx="189306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BN2S2 vs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基线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vs opst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本仓库：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v4-det / v4-nd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（基线）；参考仓库：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opst-det / opst-nd · causal BSND H8 D128 ·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4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1114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中位数；倍率由核时相除得到（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口径，非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；图内文字用英文以避开字体缺字）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5440680"/>
          <a:ext cx="9464040" cy="2926080"/>
        </p:xfrm>
        <a:graphic>
          <a:graphicData uri="http://schemas.openxmlformats.org/drawingml/2006/table">
            <a:tbl>
              <a:tblPr/>
              <a:tblGrid>
                <a:gridCol w="178308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187.8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590.6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2327.3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1257.1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2527.7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5286.7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9834.3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138.9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498.5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1905.2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1087.5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2416.5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4984.0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8703.9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393.8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1501.4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922.6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2703.3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5444.3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11976.0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338.4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1348.1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775.8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1639.7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3875.9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6055.6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det/nd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opst/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8421624"/>
            <a:ext cx="97383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544068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三个对比怎么读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332720" y="5843016"/>
          <a:ext cx="4297680" cy="2267712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</a:tblGrid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vs det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opst-det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-det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&gt;1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（本仓库更快），小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&lt;1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本仓库确定性开销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/ 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1.05–1.22×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开销更小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确定性开销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/ 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1.11–1.98×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比本仓库高不少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结论：确定性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BN2S2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的开销随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增大而收敛（大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核时反超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、确定性损失也更小）；小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更快。非确定路径差距是分支既有问题，与本重构无关。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