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5240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0.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总览：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种任务索引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同一个问题：给定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(round, core)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，这一轮这条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该算哪一块？七种规则给出七种分派方式。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8915400" cy="4498848"/>
        </p:xfrm>
        <a:graphic>
          <a:graphicData uri="http://schemas.openxmlformats.org/drawingml/2006/table">
            <a:tbl>
              <a:tblPr/>
              <a:tblGrid>
                <a:gridCol w="2514600"/>
                <a:gridCol w="1005840"/>
                <a:gridCol w="868680"/>
                <a:gridCol w="868680"/>
                <a:gridCol w="868680"/>
                <a:gridCol w="868680"/>
                <a:gridCol w="1920240"/>
              </a:tblGrid>
              <a:tr h="530352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layout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头型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低位先走哪个轴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 Dense Swizzle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 Dense Index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 Causal Swizzle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fold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后）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4. Left-Up Causal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（虚拟）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 GQA Dense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（切片）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 TND Dense Swizzle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本批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 TND GQA Dense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展平索引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6400800"/>
            <a:ext cx="13898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所有规则都是纯算术：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(round, core)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一确定，结果就唯一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这就是确定性的来源。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7059168"/>
            <a:ext cx="1188720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怎么读后面的例子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7516368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页先认公用的轴遍历顺序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 → n2 → s2 → s1 → 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，以及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的一列怎么变成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7900416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算法页：伪代码讲逻辑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任务矩阵（行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round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为什么这样分。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8284464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例子页：网格纵轴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，格内写「哪条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/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第几轮」；灰格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这一轮这条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空闲。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8668512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颜色只编码两个轴：色相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哪个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，同色相的深浅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列（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不参与配色。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57276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9692640" y="1975104"/>
          <a:ext cx="4800600" cy="2816352"/>
        </p:xfrm>
        <a:graphic>
          <a:graphicData uri="http://schemas.openxmlformats.org/drawingml/2006/table">
            <a:tbl>
              <a:tblPr/>
              <a:tblGrid>
                <a:gridCol w="1005840"/>
                <a:gridCol w="37947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记号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head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里的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head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Q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head dim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tile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内不切分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9692640" y="51389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每个例子都满足的三条不变量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692640" y="5541264"/>
          <a:ext cx="4800600" cy="1901952"/>
        </p:xfrm>
        <a:graphic>
          <a:graphicData uri="http://schemas.openxmlformats.org/drawingml/2006/table">
            <a:tbl>
              <a:tblPr/>
              <a:tblGrid>
                <a:gridCol w="1691640"/>
                <a:gridCol w="31089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不变量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每个块只被派给一个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(round, core)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各核这一轮写的输出块互不相同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类：一条列只归一条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9692640" y="771753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七种规则归成三条路线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8119871"/>
          <a:ext cx="4800600" cy="1901952"/>
        </p:xfrm>
        <a:graphic>
          <a:graphicData uri="http://schemas.openxmlformats.org/drawingml/2006/table">
            <a:tbl>
              <a:tblPr/>
              <a:tblGrid>
                <a:gridCol w="1600200"/>
                <a:gridCol w="32004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路线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用它的规则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Dense Swizzle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3/4 Causal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 TND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切片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gcd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修正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 GQA Dense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（核数不受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块数限制）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按面积展平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 TND GQA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（变长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，不分列）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轴遍历顺序与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七种规则共用同一个铺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的顺序：外层慢、内层快。先认这个顺序，后面的分派才看得懂。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最外层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938528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313432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57984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KV head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82112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57016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25696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800600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列内旋转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669280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44184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内最内层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212848"/>
            <a:ext cx="768096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低位先走内层轴：同一轮里各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，落在相邻的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列上。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670048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task id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铺开的顺序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155448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</a:tbl>
          </a:graphicData>
        </a:graphic>
      </p:graphicFrame>
      <p:cxnSp>
        <p:nvCxnSpPr>
          <p:cNvPr id="21" name="Connector 20"/>
          <p:cNvCxnSpPr/>
          <p:nvPr/>
        </p:nvCxnSpPr>
        <p:spPr>
          <a:xfrm>
            <a:off x="1133856" y="3017520"/>
            <a:ext cx="0" cy="2066544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74904" y="3913631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2670048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分派：色相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core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39496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1554480" y="5797296"/>
            <a:ext cx="548640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dS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的一列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→ dK/dV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的一行（同一个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1554480" y="6144768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645152" y="6144768"/>
          <a:ext cx="1243584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cxnSp>
        <p:nvCxnSpPr>
          <p:cNvPr id="28" name="Connector 27"/>
          <p:cNvCxnSpPr/>
          <p:nvPr/>
        </p:nvCxnSpPr>
        <p:spPr>
          <a:xfrm>
            <a:off x="4114800" y="8321040"/>
            <a:ext cx="45720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035040" y="6236207"/>
            <a:ext cx="20116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的每一列（固定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走完所有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）累加成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dK/dV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所以这一列必须由同一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顺序算完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这就是「列私有」。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方向不切分，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所以只画一格。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1463040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181051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低位走内层轴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2103120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落在相邻的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列（或相邻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）上。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2395728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它守着同一条列，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2688336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只在列内把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转一圈，这才是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单核顺序累加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980944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会出现在多条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的任务里：那是不同轮、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0" y="327355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；同一条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内部它始终是同一列连续多轮。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391363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9692640" y="4315968"/>
          <a:ext cx="4800600" cy="1737360"/>
        </p:xfrm>
        <a:graphic>
          <a:graphicData uri="http://schemas.openxmlformats.org/drawingml/2006/table">
            <a:tbl>
              <a:tblPr/>
              <a:tblGrid>
                <a:gridCol w="1783080"/>
                <a:gridCol w="301752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列：跨轮、跨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就会重复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列内旋转：每条列都要走一遍所有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空泡是没派活，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9692640" y="641908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展开（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个块）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9692640" y="6821424"/>
          <a:ext cx="4800600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640080"/>
                <a:gridCol w="777240"/>
                <a:gridCol w="822960"/>
                <a:gridCol w="822960"/>
                <a:gridCol w="6858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task id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41" name="TextBox 40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后面每种规则，只是把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低位先走哪个轴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换一下；换法不同，就得到不同的分派与不同的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分布。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①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里的数字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顺序；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里色相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，格内写第几轮算它。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③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说明为什么要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：一个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的一整列累加而来。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：列私有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swizzle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22377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9300" y="1444752"/>
            <a:ext cx="97942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26740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MHA (g=1)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07306" y="1444752"/>
            <a:ext cx="123037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(j-1)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每个 m 轮跨度内不变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S2 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/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列走完才换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(第几列-1 + r-1) % m + 1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列内 S1 每轮转一格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3954780"/>
          <a:ext cx="8522206" cy="4572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9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8011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1302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的低位是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列，所以同一轮里相邻两条核落到相邻的两列上；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4046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它一直守着同一列，只在列内把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转一圈。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967892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出现在多条核上时，那是不同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、不同轮。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523744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≤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&gt;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形状才用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为偶且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= 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g=1 &gt; 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一条核在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轮里守着同一条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dK/dV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因此是单核顺序累加。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把任务矩阵摊到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S1×S2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平面上：纵轴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；色相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、深浅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与轮次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920240" y="5175504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920240" y="5577840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01752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S2=1  B=1 S2=3  B=2 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S2=2  B=2 S2=1  B=2 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446227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4864608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列：跨轮、跨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就会重复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列内旋转：每条列都要走一遍所有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空泡是没派活，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1920240" y="7424928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920240" y="7827264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9692640" y="68397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9692640" y="7242048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一条核在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轮里守着同一条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dK/dV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因此是单核顺序累加。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一行里三格深浅不同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列；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不参与配色，所以行内颜色一致。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轮正好把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个块铺满。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：批优先旋转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&gt;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22377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9300" y="1444752"/>
            <a:ext cx="97942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26740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MHA (g=1)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07306" y="1444752"/>
            <a:ext cx="123037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65697" y="1444752"/>
            <a:ext cx="133273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核数 &gt; S1 块数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k=4, S1 块数 m=2, S2 块数 n=2,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j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1 起算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% b，得 0 时取 b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B（与上一页相反）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b)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((第几列 % m) + (r % m) - 1) %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3954780"/>
          <a:ext cx="8522204" cy="1371600"/>
        </p:xfrm>
        <a:graphic>
          <a:graphicData uri="http://schemas.openxmlformats.org/drawingml/2006/table">
            <a:tbl>
              <a:tblPr/>
              <a:tblGrid>
                <a:gridCol w="1051560"/>
                <a:gridCol w="1867661"/>
                <a:gridCol w="1867661"/>
                <a:gridCol w="1867661"/>
                <a:gridCol w="1867661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56007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59298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低位换成了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：同一轮各核落在不同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、同一列上，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不会撞；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62042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代价是核不再独占整条列，改由切片保证有序。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523744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≤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&gt;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形状才用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为偶且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= 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g=1 &gt; 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6679692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67512" y="7082028"/>
          <a:ext cx="8778240" cy="182880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低位改成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后，同一轮里各核落在不同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撞不到一起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同一个块集（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batch x 2x2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块）换成本页规则，只用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轮就铺满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920240" y="5175504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920240" y="5577840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017520"/>
          <a:ext cx="4800600" cy="2011680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526694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5669280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列：跨轮、跨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就会重复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列内旋转：每条列都要走一遍所有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空泡是没派活，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1920240" y="7424928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920240" y="7827264"/>
          <a:ext cx="6355080" cy="1463040"/>
        </p:xfrm>
        <a:graphic>
          <a:graphicData uri="http://schemas.openxmlformats.org/drawingml/2006/table">
            <a:tbl>
              <a:tblPr/>
              <a:tblGrid>
                <a:gridCol w="960120"/>
                <a:gridCol w="2697480"/>
                <a:gridCol w="269748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9692640" y="7644383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9692640" y="8046719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低位改成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后，同一轮里各核落在不同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撞不到一起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条核各守一条列，每列恰好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对比上一页：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&gt;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，列优先的规则在这里不能用。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：因果折叠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22377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9300" y="1444752"/>
            <a:ext cx="147472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是，方形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22040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MHA (g=1)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02606" y="1444752"/>
            <a:ext cx="174218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048255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1 步：把相邻两个 batch 折成一个虚拟矩形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行,  虚拟 batch 数 = b/2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2 步：在虚拟矩形里按“列私有”规则取 task（同 Dense Swizzle）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3 步：把虚拟坐标折回真实坐标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虚拟行 &gt;= 虚拟列+1: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右上三角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    batch = 2*虚拟批; 行 = m+1-虚拟行; 列 = 2n-m-虚拟列+2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batch = 2*虚拟批-1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左下三角，行列照抄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169663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7644383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797356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把两个相邻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x (n+1)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的满矩形，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在矩形里按同样的低位规则排；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824788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奇数列用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parity-0 buffer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、偶数列用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parity-1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，所以一条核在两个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之间交替。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852220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矩形是满的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没有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槽位，也不需要在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epilogue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523744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≤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&gt;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形状才用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为偶且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= 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g=1 &gt; 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先看下面的虚拟矩形（两个三角拼成的满矩形），再对照上面两张真实的块图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920240" y="544068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956816" y="5074920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11680" y="5367528"/>
            <a:ext cx="0" cy="73152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3017520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692640" y="486460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92640" y="5266944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S2=1  B=1 S2=3  B=2 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S2=2  B=2 S2=1  B=2 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9692640" y="67116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9692640" y="7114032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列：跨轮、跨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就会重复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列内旋转：每条列都要走一遍所有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空泡是没派活，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9692640" y="908913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692640" y="9491472"/>
          <a:ext cx="480060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640080"/>
                <a:gridCol w="640080"/>
                <a:gridCol w="640080"/>
                <a:gridCol w="640080"/>
                <a:gridCol w="640080"/>
                <a:gridCol w="64008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同一个格子在两张真实图上各出现一次（色相不同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不同）。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之间来回切，所以每核要两个累加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parity 0/1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：左上对齐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&gt;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22377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9300" y="1444752"/>
            <a:ext cx="166293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是，S1 &gt; S2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0254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MHA (g=1)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90820" y="1444752"/>
            <a:ext cx="174218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263139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n=2,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m &lt;= n:  直接套用 Causal Swizzle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(S1 更长):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虚拟高 = 2m-n+1 = 5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列号  = (r-1)/虚拟高 * active core 数 + (j-1)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配对号 = 列号/n+1;  虚拟列 = 列号%n+1;  虚拟行 = (r-1)%虚拟高+1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奇数 batch 可用行数 = m - 虚拟列 + 1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虚拟行 &lt;= 可用行数: 奇数 batch, 行 = 虚拟列+虚拟行-1, 列 = 虚拟列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                 偶数 batch, 行 = m-(虚拟行-可用行数)+1, 列 = n-虚拟列+1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384547"/>
          <a:ext cx="8522206" cy="27432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7402067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773125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长时换一套几何：虚拟高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2m-n+1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，每列只有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行有活；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8005571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多出来的行是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，落在因果区外的块由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epilogue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打掉（贡献精确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0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7114032"/>
          <a:ext cx="4297680" cy="2523744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≤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&gt;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形状才用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为偶且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= 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g=1 &gt; 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8481059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67512" y="8883394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S2=1  B=2 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S2=2  B=2 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虚拟矩形比真实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区大：多出来的轮次是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，靠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打掉。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虚拟高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5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行里，每列只有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行有活；灰格是凑不满的部分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3413756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90169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691127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377440"/>
          <a:ext cx="2560317" cy="3413756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692640" y="3017520"/>
          <a:ext cx="2880360" cy="3401568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9729215" y="2651760"/>
            <a:ext cx="2880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784080" y="2944368"/>
            <a:ext cx="0" cy="73152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920240" y="6028944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1920240" y="6431280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692640" y="665683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92640" y="705916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S2=1  B=2 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S2=2  B=2 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9692640" y="850392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9692640" y="8906256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列：跨轮、跨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就会重复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列内旋转：每条列都要走一遍所有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空泡是没派活，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虚拟矩形比真实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区大：多出来的轮次是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，靠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打掉。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红色格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本轮该核没任务（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idle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）；灰格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落在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区外、要靠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的块。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注：选择器目前只在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等长时选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Left-Up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，那时它会委托给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Causal Swizzle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：任务切片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1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22377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9300" y="1444752"/>
            <a:ext cx="21879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跟随 epilogue mask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35272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GQA (g&gt;1)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15838" y="1444752"/>
            <a:ext cx="182473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263139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m=2, S2 块数 n=2, batch 数 b=1, g=2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每条核要跑几轮: R = max(ceil(b*n*g/k), ceil(n/m), g) = 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(j-1)*R + ceil(r/m)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core j 独占 R 个连续 task id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 = ceil( (task id % (b*g) 或取满) / g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(b*g))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task id % g，得 0 时取 g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起点偏移 = ceil( (第几列 % (t1*m) 或取满) / t1 ),  t1 = R/gcd(b*g, R)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(轮内序号 + 起点偏移 - 1) % m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384547"/>
          <a:ext cx="8522206" cy="2286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6944867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7274051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对应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列会横跨多条核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没法列私有；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548371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改用连续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切片分给各核，靠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修正让同一轮各核的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互不相同，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7822691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跨核的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atomic add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因此有确定的先后。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498848"/>
          <a:ext cx="4297679" cy="1609344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309360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6711696"/>
          <a:ext cx="4297680" cy="2523744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≤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&gt;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形状才用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为偶且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= 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g=2 &gt; 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8298179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67512" y="8700515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列横跨多条核，没法列私有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，确定性靠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同轮各核的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互不相同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格上叠着两个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的任务，所以按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拆成两张图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920240" y="5175504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920240" y="5577840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01752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446227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4864608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列：跨轮、跨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就会重复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列内旋转：每条列都要走一遍所有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列横跨多条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一条列要服务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head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，只能切片分派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1920240" y="7424928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920240" y="7827264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1348740"/>
                <a:gridCol w="1348740"/>
                <a:gridCol w="1348740"/>
                <a:gridCol w="13487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9692640" y="68397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9692640" y="7242048"/>
          <a:ext cx="4800600" cy="1609344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列横跨多条核，没法列私有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，确定性靠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同轮各核的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互不相同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同一格上两个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的任务用两行文字分开；色相仍是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、深浅仍是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G1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交替落位，避免同轮抢同一个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：逐批列私有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[3, 2]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3]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（长度不等）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61010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05634" y="1444752"/>
            <a:ext cx="97942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13074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MHA (g=1)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93640" y="1444752"/>
            <a:ext cx="123037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先算每个 batch 要跑几轮，存成前缀表（轮数可以逐 batch 不同）: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每 batch 轮数 = ceil(该 batch 列数 * head 数 / k) *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batch1 要 3 轮, batch2 要 4 轮 → 前缀 [0, 3, 7]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在轮前缀表里查 r 落到哪个 batch, 批内轮号 = r - 该 batch 前缀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(批内轮号 / 该 batch S1 块数) * k + (j-1)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该 batch S2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 + 批内轮号) %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超出该 batch 列数 → 本核本轮 idle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5313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605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有自己的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round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前缀（长度可以不同），批内仍然按列私有排；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1348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核数超过本批的列数时，该轮这条核空转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这是变长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的代价。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7114032"/>
          <a:ext cx="4297680" cy="2523744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≤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&gt;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形状才用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为偶且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= 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g=1 &gt; 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的网格大小不同：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2x3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1920239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1920239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153619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74920" y="2377440"/>
          <a:ext cx="2560320" cy="1920239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1149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166359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920240" y="5175504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920240" y="5577840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01752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S2=1  B=2 S2=1  B=2 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S2=2  B=2 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446227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4864608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列：跨轮、跨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就会重复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列内旋转：每条列都要走一遍所有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空泡是没派活，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1920240" y="7424928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920240" y="7827264"/>
          <a:ext cx="6355076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770708"/>
                <a:gridCol w="770708"/>
                <a:gridCol w="770708"/>
                <a:gridCol w="770708"/>
                <a:gridCol w="770708"/>
                <a:gridCol w="770708"/>
                <a:gridCol w="770708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9692640" y="68397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9692640" y="7242048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本轮该核没有可派的列（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列，第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轮只剩一条核有活）。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对比算法页的对照表：按最长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对齐要多花好几轮。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：按面积展平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1]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2]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61010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05634" y="1444752"/>
            <a:ext cx="21879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跟随 epilogue mask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21606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GQA (g&gt;1)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2172" y="1444752"/>
            <a:ext cx="182473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263139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g=2,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 batch 的任务面积并累加: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面积 = 该 batch S1 块数 * S2 块数;  面积前缀 = 逐 batch 累加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面积前缀 [0, 4, 6]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总轮数 = max(ceil(总面积*head数*g/k), 最大S1块数*g, 最大S2块数) = 6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全局 task id = (j-1) * 总轮数 + r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每条核独占一段，顺序扫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用面积前缀查出它属于哪个 batch;  批内号 = 全局 task id - 该 batch 面积前缀*head数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批内号 换算;  第几行 = 批内号 % m;  第几列 = ceil(批内号 / (m*g))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384547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7859267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188451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按面积前缀把整个任务空间展平，再等分成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段，每条核顺序扫自己那段；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8462771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不追求列私有，只保证同一轮各核的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互不相同。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498848"/>
          <a:ext cx="4297679" cy="1609344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09360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换成按最长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对齐（示意）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11696"/>
          <a:ext cx="4297680" cy="1261872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210312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做法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本页规则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（逐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各按自己的长度排，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不被拖慢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对齐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（示意）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所有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按最长的排，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大量空转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81747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8577072"/>
          <a:ext cx="429768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34290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S2=1  B=1 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S2=2  B=2 S2=1  B=2 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面积大的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分到的格子多；每个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格上有两个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92024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95681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11680" y="588873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71500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575157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G=2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06440" y="588873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3017520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9692640" y="486460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9692640" y="5266944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S2=1  B=1 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S2=2  B=2 S2=1  B=2 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9692640" y="67116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9692640" y="7114032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列：跨轮、跨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就会重复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列内旋转：每条列都要走一遍所有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列横跨多条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一条列要服务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head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，只能切片分派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1920240" y="793394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1920240" y="8336280"/>
          <a:ext cx="6355079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四个小块合起来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个任务，正好被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轮扫完，零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块，所以它那两张图更矮。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