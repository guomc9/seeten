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头型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（虚拟）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3/4 Causal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07306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65697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 % m) + (r % m)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10712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27340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，每列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行有活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多出来的行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不派活（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）；落在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区外的块由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打掉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；虚拟列可以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横跨两个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守它的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要两个累加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02606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36752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parity 0/1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&gt;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&gt;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90820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直接套用 Causal Swizzle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虚拟高 = 2m-n+1 = 5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列号  = (r-1)/虚拟高 * active core 数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配对号 = 列号/n+1;  虚拟列 = 列号%n+1;  虚拟行 = (r-1)%虚拟高+1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奇数 batch 可用行数 = m - 虚拟列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&lt;= 可用行数: 奇数 batch, 行 = 虚拟列+虚拟行-1, 列 = 虚拟列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                 偶数 batch, 行 = m-(虚拟行-可用行数)+1, 列 = n-虚拟列+1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7432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4020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73125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长时换一套几何：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，每列只有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0055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多出来的行是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；因果区外的块由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打掉（贡献精确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4810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88339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5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行里，每列只有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行有活；灰格是凑不满的部分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90169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691127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3413756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3017520"/>
          <a:ext cx="2880360" cy="3401568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729215" y="2651760"/>
            <a:ext cx="2880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84080" y="29443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920240" y="602894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20240" y="643128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66568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05916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850392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8906256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虚拟矩形比真实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区大：多出来的轮次是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打掉。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红格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（本轮该核没任务）；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、要靠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注：选择器目前只在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Left-Up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，那时它委托给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Swizzle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≠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，每个核守一条虚拟列走满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687568"/>
            <a:ext cx="0" cy="73152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15838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69448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2740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列横跨多条核，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没法列私有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5483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改按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连续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分核，靠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修正让同轮各核的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g=2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023859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426195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列横跨多条核，没法列私有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，确定性靠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G1 / G2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交替落位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，避免同轮抢同一个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MHA (g=1)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364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≤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&gt;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形状才用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为偶且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= 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g=1 &gt;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才用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135255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头型 GQA (g&gt;1)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217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263139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batch;  批内号 = 全局 task id - 该 batch 面积前缀*head数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批内号 换算;  第几行 = 批内号 % m;  第几列 = ceil(批内号 / (m*g))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384547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859267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18845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8462771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06440" y="227685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5888736"/>
            <a:ext cx="0" cy="100584"/>
          </a:xfrm>
          <a:prstGeom prst="line">
            <a:avLst/>
          </a:prstGeom>
          <a:ln w="9525">
            <a:solidFill>
              <a:srgbClr val="DDDED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列横跨多条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一条列要服务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只能切片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