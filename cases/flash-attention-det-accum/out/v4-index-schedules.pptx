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5240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总览：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种任务索引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同一个问题：给定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(round, core)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，这一轮这条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该算哪一块？七种规则给出七种分派方式。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8915400" cy="4498848"/>
        </p:xfrm>
        <a:graphic>
          <a:graphicData uri="http://schemas.openxmlformats.org/drawingml/2006/table">
            <a:tbl>
              <a:tblPr/>
              <a:tblGrid>
                <a:gridCol w="2514600"/>
                <a:gridCol w="1005840"/>
                <a:gridCol w="868680"/>
                <a:gridCol w="868680"/>
                <a:gridCol w="868680"/>
                <a:gridCol w="868680"/>
                <a:gridCol w="1920240"/>
              </a:tblGrid>
              <a:tr h="530352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layout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头型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低位先走哪个轴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 Dense Swizzle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 Dense Index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 Causal Swizzle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fold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后）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4. Left-Up 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列（同方形折叠）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 GQA Dense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（切片）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 TND Dense Swizzle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本批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 TND GQA Dense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展平索引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6400800"/>
            <a:ext cx="13898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所有规则都是纯算术：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(round, core)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一确定，结果就唯一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这就是确定性的来源。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7059168"/>
            <a:ext cx="1188720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怎么读后面的例子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7516368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页先认公用的轴遍历顺序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 → n2 → s2 → s1 → 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，以及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的一列怎么变成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7900416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算法页：伪代码讲逻辑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任务矩阵（行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round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为什么这样分。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8284464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例子页：网格纵轴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，格内写「哪条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/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第几轮」；灰格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这一轮这条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空闲。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8668512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颜色只编码两个轴：颜色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哪个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列（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不参与配色。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57276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9692640" y="1975104"/>
          <a:ext cx="4800600" cy="2816352"/>
        </p:xfrm>
        <a:graphic>
          <a:graphicData uri="http://schemas.openxmlformats.org/drawingml/2006/table">
            <a:tbl>
              <a:tblPr/>
              <a:tblGrid>
                <a:gridCol w="1005840"/>
                <a:gridCol w="37947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记号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head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里的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Q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head dim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tile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内不切分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9692640" y="51389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每个例子都满足的三条不变量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692640" y="5541264"/>
          <a:ext cx="4800600" cy="1901952"/>
        </p:xfrm>
        <a:graphic>
          <a:graphicData uri="http://schemas.openxmlformats.org/drawingml/2006/table">
            <a:tbl>
              <a:tblPr/>
              <a:tblGrid>
                <a:gridCol w="1691640"/>
                <a:gridCol w="31089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不变量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每个块只被派给一个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(round, core)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各核这一轮写的输出块互不相同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类：一条列只归一条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692640" y="771753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七种规则归成三条路线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8119871"/>
          <a:ext cx="4800600" cy="1901952"/>
        </p:xfrm>
        <a:graphic>
          <a:graphicData uri="http://schemas.openxmlformats.org/drawingml/2006/table">
            <a:tbl>
              <a:tblPr/>
              <a:tblGrid>
                <a:gridCol w="1600200"/>
                <a:gridCol w="32004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路线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用它的规则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Dense Swizzle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3/4 Causal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 TND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切片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gcd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修正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 GQA Dense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（核数不受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块数限制）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按面积展平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 TND GQA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（变长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，不分列）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轴遍历顺序与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七种规则共用同一个铺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的顺序：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外层慢、内层快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。先认这个顺序，后面的分派才看得懂。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最外层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38528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313432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57984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KV head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82112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57016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25696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800600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列内逐行走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69280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44184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内最内层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212848"/>
            <a:ext cx="768096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低位先走内层轴：同一轮里各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，落在相邻的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列上。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670048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task id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铺开的顺序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155448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</a:tbl>
          </a:graphicData>
        </a:graphic>
      </p:graphicFrame>
      <p:cxnSp>
        <p:nvCxnSpPr>
          <p:cNvPr id="21" name="Connector 20"/>
          <p:cNvCxnSpPr/>
          <p:nvPr/>
        </p:nvCxnSpPr>
        <p:spPr>
          <a:xfrm>
            <a:off x="1133856" y="3017520"/>
            <a:ext cx="0" cy="2066544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74904" y="3913631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2670048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分派：颜色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core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39496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554480" y="5797296"/>
            <a:ext cx="548640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dS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的一列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→ dK/dV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的一行（同一个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1554480" y="6144768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645152" y="6144768"/>
          <a:ext cx="1243584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cxnSp>
        <p:nvCxnSpPr>
          <p:cNvPr id="28" name="Connector 27"/>
          <p:cNvCxnSpPr/>
          <p:nvPr/>
        </p:nvCxnSpPr>
        <p:spPr>
          <a:xfrm>
            <a:off x="4114800" y="8321040"/>
            <a:ext cx="45720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035040" y="6236207"/>
            <a:ext cx="20116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的每一列（固定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走完所有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）累加成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dK/dV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所以这一列必须由同一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顺序算完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这就是「列私有」。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方向不切分，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所以只画一格。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1463040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181051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低位走内层轴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2103120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（或相邻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）上。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2395728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它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守着同一条列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2688336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走一遍，这才是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单核顺序累加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980944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里，是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不同轮、不同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327355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内部它始终是同一列连续多轮。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391363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9692640" y="4315968"/>
          <a:ext cx="4800600" cy="1737360"/>
        </p:xfrm>
        <a:graphic>
          <a:graphicData uri="http://schemas.openxmlformats.org/drawingml/2006/table">
            <a:tbl>
              <a:tblPr/>
              <a:tblGrid>
                <a:gridCol w="1783080"/>
                <a:gridCol w="301752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9692640" y="641908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展开（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个块）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9692640" y="6821424"/>
          <a:ext cx="4800600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640080"/>
                <a:gridCol w="777240"/>
                <a:gridCol w="822960"/>
                <a:gridCol w="822960"/>
                <a:gridCol w="6858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task id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后面每种规则，只是把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低位先走哪个轴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换一下；换法不同，就得到不同的分派与不同的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分布。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①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里的数字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顺序；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，格内写第几轮算它。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③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的理由：一个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的一整列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累加而来。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：列私有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swizzle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97942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26740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MHA (g=1)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07306" y="1444752"/>
            <a:ext cx="123037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(j-1)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每个 m 轮跨度内不变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S2 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/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列走完才换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(第几列-1 + r-1) % m + 1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列内 S1 每轮往下走一行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3954780"/>
          <a:ext cx="8522206" cy="4572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9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8011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1302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同一轮里相邻的核落在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相邻两列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4046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守死一条列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967892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出现在多条核上，是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/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 ★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把任务矩阵摊到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S1×S2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平面上：纵轴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列，格内是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与轮次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20240" y="517550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920240" y="557784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01752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446227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4864608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920240" y="7424928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920240" y="7827264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92640" y="68397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9692640" y="7242048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一行三格深浅不同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列；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不配色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，所以行内颜色一致。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轮把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个块铺满。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：先分批再分列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&gt;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97942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26740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MHA (g=1)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07306" y="1444752"/>
            <a:ext cx="123037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65697" y="1444752"/>
            <a:ext cx="133273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核数 &gt; S1 块数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k=4, S1 块数 m=2, S2 块数 n=2,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j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1 起算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% b，得 0 时取 b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B（与上一页相反）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b)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((第几列 % m) + (r % m) - 1) %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3954780"/>
          <a:ext cx="8522204" cy="1371600"/>
        </p:xfrm>
        <a:graphic>
          <a:graphicData uri="http://schemas.openxmlformats.org/drawingml/2006/table">
            <a:tbl>
              <a:tblPr/>
              <a:tblGrid>
                <a:gridCol w="1051560"/>
                <a:gridCol w="1867661"/>
                <a:gridCol w="1867661"/>
                <a:gridCol w="1867661"/>
                <a:gridCol w="1867661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56007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59298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低位换成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分属不同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撞不到一起；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62042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核数可以超过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，代价是列私有要靠切片保证。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 ★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6679692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67512" y="7082028"/>
          <a:ext cx="8778240" cy="182880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同一个块集（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batch x 2x2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块）换成本页规则，只用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轮就铺满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20240" y="517550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920240" y="557784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017520"/>
          <a:ext cx="4800600" cy="2011680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526694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5669280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920240" y="7424928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920240" y="7827264"/>
          <a:ext cx="6355080" cy="1463040"/>
        </p:xfrm>
        <a:graphic>
          <a:graphicData uri="http://schemas.openxmlformats.org/drawingml/2006/table">
            <a:tbl>
              <a:tblPr/>
              <a:tblGrid>
                <a:gridCol w="960120"/>
                <a:gridCol w="2697480"/>
                <a:gridCol w="269748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92640" y="7644383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9692640" y="8046719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条核各守一条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列，每块只落在一条核上。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对比上一页：同轮各核从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的不同列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同一条列的不同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4a.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虚拟列与虚拟行：折叠出来的坐标系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折叠把两个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的三角拼成一个满矩形；矩形里的行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列不属于任何单个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，所以叫虚拟行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虚拟列。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B=1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58952" y="27340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31927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35584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B=2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10712" y="27340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23560" y="4069080"/>
            <a:ext cx="41148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126480" y="2834640"/>
          <a:ext cx="3017520" cy="2414016"/>
        </p:xfrm>
        <a:graphic>
          <a:graphicData uri="http://schemas.openxmlformats.org/drawingml/2006/table">
            <a:tbl>
              <a:tblPr/>
              <a:tblGrid>
                <a:gridCol w="603504"/>
                <a:gridCol w="603504"/>
                <a:gridCol w="603504"/>
                <a:gridCol w="603504"/>
                <a:gridCol w="603504"/>
              </a:tblGrid>
              <a:tr h="603504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163056" y="2414016"/>
            <a:ext cx="30175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拼成满矩形：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条虚拟列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17920" y="27340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67512" y="5852160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每条虚拟列由哪些格拼出来（对照一行普通列）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67512" y="6254496"/>
          <a:ext cx="8778240" cy="2523744"/>
        </p:xfrm>
        <a:graphic>
          <a:graphicData uri="http://schemas.openxmlformats.org/drawingml/2006/table">
            <a:tbl>
              <a:tblPr/>
              <a:tblGrid>
                <a:gridCol w="1783080"/>
                <a:gridCol w="3154680"/>
                <a:gridCol w="1463040"/>
                <a:gridCol w="237744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一条列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由哪些格组成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要几个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buffer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普通列（对照）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格全是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S2=2) + 1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S2=3) + 2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237744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普通列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的区别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2779776"/>
          <a:ext cx="4800600" cy="237744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16002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普通的列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坐标是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真实坐标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(B, S1, S2)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虚拟坐标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一条上面有几个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守它时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只往一个输出块累加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可能同时往两个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的输出块累加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长度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或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矩形的高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宽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539496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虚拟行又是什么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5797296"/>
          <a:ext cx="4800599" cy="1901952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不是某个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左上对齐（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，每列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行有活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多出来的行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不派活（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）；落在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区外的块由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打掉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97356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两条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规则各折成什么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8375904"/>
          <a:ext cx="4800600" cy="1591055"/>
        </p:xfrm>
        <a:graphic>
          <a:graphicData uri="http://schemas.openxmlformats.org/drawingml/2006/table">
            <a:tbl>
              <a:tblPr/>
              <a:tblGrid>
                <a:gridCol w="2148840"/>
                <a:gridCol w="2651760"/>
              </a:tblGrid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折叠出来的矩形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=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虚拟宽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：两个三角正好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凑满，没有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虚拟列是折叠的产物：核按虚拟列分派，同一列的格子可能落在两个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普通列只属于一个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；虚拟列可以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横跨两个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守它的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要两个累加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折回真实坐标时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行列会翻转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（右上那片三角），所以格内写它最终落到哪一块。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：因果折叠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147472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是，方形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22040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MHA (g=1)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02606" y="1444752"/>
            <a:ext cx="174218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048255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1 步：把相邻两个 batch 折成一个虚拟矩形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行,  虚拟 batch 数 = b/2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2 步：在虚拟矩形里按“列私有”规则取 task（同 Dense Swizzle）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3 步：把虚拟坐标折回真实坐标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虚拟行 &gt;= 虚拟列+1: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右上三角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    batch = 2*虚拟批; 行 = m+1-虚拟行; 列 = 2n-m-虚拟列+2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batch = 2*虚拟批-1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左下三角，行列照抄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169663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644383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97356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把两个相邻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x (n+1)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的满矩形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在矩形里照排；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824788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奇数列用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parity-0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、偶数列用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parity-1 buffer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一条核在两个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852220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矩形是满的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没有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、也不用打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≤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&gt;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形状才用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为偶且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= 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g=1 &gt;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先看下面的虚拟矩形（两个三角拼成的满矩形），再对照上面两张真实的块图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920240" y="544068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956816" y="5074920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11680" y="5367528"/>
            <a:ext cx="0" cy="73152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3017520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486460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5266944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9692640" y="67116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9692640" y="7114032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9692640" y="908913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692640" y="9491472"/>
          <a:ext cx="480060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640080"/>
                <a:gridCol w="640080"/>
                <a:gridCol w="640080"/>
                <a:gridCol w="640080"/>
                <a:gridCol w="640080"/>
                <a:gridCol w="64008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同一个格子在两张真实图上各出现一次（颜色不同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不同）。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每核要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两个累加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parity 0/1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：左上对齐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166293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是，S1 = S2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0254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MHA (g=1)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90820" y="1444752"/>
            <a:ext cx="205917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= S2 时 委托方形折叠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78014" y="1444752"/>
            <a:ext cx="174218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1618488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m &lt;= n: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本例 3 &lt;= 3 成立 → 走这一支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直接套用 Causal Swizzle（方形折叠，见 4 节）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折回真实坐标、列内走完 S1 —— 与 4 节同一套公式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(S1 更长, 虚拟高 = 2m-n+1):  才启用左上几何（见 5b 页）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3739896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7214616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54380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&lt;= 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，不启用左上几何；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781812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所以分派结果和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节完全一样：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虚拟宽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n+1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、不用打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≤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&gt;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形状才用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为偶且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= 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g=1 &gt;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8293608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67512" y="8695944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形状与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节相同（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），因为这一支就是委托方形折叠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对照两页可以确认结果一致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920240" y="544068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956816" y="5074920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11680" y="5367528"/>
            <a:ext cx="0" cy="73152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3017520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486460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5266944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9692640" y="67116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9692640" y="7114032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9692640" y="908913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692640" y="9491472"/>
          <a:ext cx="480060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640080"/>
                <a:gridCol w="640080"/>
                <a:gridCol w="640080"/>
                <a:gridCol w="640080"/>
                <a:gridCol w="640080"/>
                <a:gridCol w="64008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S1, S2)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集合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节的例子逐格相同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委托就是这条路。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区别只在调度器怎么选：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时它可能落到这条规则上，再走进方形折叠。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5b.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非方形例子（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4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· S2 3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，走的是委托的方形折叠；这一页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&gt;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，才是它自己的几何：虚拟高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2m-n+1 = 6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267712" cy="2834640"/>
        </p:xfrm>
        <a:graphic>
          <a:graphicData uri="http://schemas.openxmlformats.org/drawingml/2006/table">
            <a:tbl>
              <a:tblPr/>
              <a:tblGrid>
                <a:gridCol w="566928"/>
                <a:gridCol w="566928"/>
                <a:gridCol w="566928"/>
                <a:gridCol w="566928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26771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89320" y="2377440"/>
          <a:ext cx="2267712" cy="2834640"/>
        </p:xfrm>
        <a:graphic>
          <a:graphicData uri="http://schemas.openxmlformats.org/drawingml/2006/table">
            <a:tbl>
              <a:tblPr/>
              <a:tblGrid>
                <a:gridCol w="566928"/>
                <a:gridCol w="566928"/>
                <a:gridCol w="566928"/>
                <a:gridCol w="566928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025896" y="1956816"/>
            <a:ext cx="226771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8076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298448" y="2377440"/>
            <a:ext cx="0" cy="2494483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39496" y="3487521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20240" y="1719072"/>
            <a:ext cx="1927555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920240" y="5760720"/>
          <a:ext cx="2267712" cy="2944368"/>
        </p:xfrm>
        <a:graphic>
          <a:graphicData uri="http://schemas.openxmlformats.org/drawingml/2006/table">
            <a:tbl>
              <a:tblPr/>
              <a:tblGrid>
                <a:gridCol w="566928"/>
                <a:gridCol w="566928"/>
                <a:gridCol w="566928"/>
                <a:gridCol w="566928"/>
              </a:tblGrid>
              <a:tr h="420624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956816" y="5394959"/>
            <a:ext cx="226771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11680" y="5687568"/>
            <a:ext cx="0" cy="73152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3017520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486460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5266944"/>
          <a:ext cx="4800600" cy="1536192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S2=3)  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9692640" y="704088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9692640" y="7443216"/>
          <a:ext cx="4800600" cy="2304288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每核负责的真实列数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67512" y="943660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形状一变，折叠几何跟着变：虚拟高从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2m-n+1 = 6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，但规则本身没变。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每个核守一条虚拟列，落到真实坐标上就是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各一条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3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个槽位，正好铺满因果区的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：任务切片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1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21879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跟随 epilogue mask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35272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GQA (g&gt;1)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15838" y="1444752"/>
            <a:ext cx="182473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263139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m=2, S2 块数 n=2, batch 数 b=1, g=2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每条核要跑几轮: R = max(ceil(b*n*g/k), ceil(n/m), g) = 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(j-1)*R + ceil(r/m)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core j 独占 R 个连续 task id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 = ceil( (task id % (b*g) 或取满) / g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(b*g))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task id % g，得 0 时取 g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起点偏移 = ceil( (第几列 % (t1*m) 或取满) / t1 ),  t1 = R/gcd(b*g, R)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(轮内序号 + 起点偏移 - 1) % m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384547"/>
          <a:ext cx="8522206" cy="2286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6944867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274051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对应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列横跨多条核，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没法列私有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548371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改按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连续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切片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分核，靠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修正让同轮各核的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互不相同。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498848"/>
          <a:ext cx="4297679" cy="1609344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09360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11696"/>
          <a:ext cx="4297680" cy="2852928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≤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&gt;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形状才用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为偶且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= 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g=2 &gt;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8023859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67512" y="8426195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列横跨多条核，没法列私有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，确定性靠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格上叠着两个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的任务，所以按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拆成两张图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20240" y="517550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920240" y="557784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01752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446227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4864608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列横跨多条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一条列要服务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只能切片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920240" y="7424928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920240" y="7827264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1348740"/>
                <a:gridCol w="1348740"/>
                <a:gridCol w="1348740"/>
                <a:gridCol w="13487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92640" y="68397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9692640" y="7242048"/>
          <a:ext cx="4800600" cy="1609344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列横跨多条核，没法列私有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，确定性靠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同一格上两个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的任务分两行写；颜色仍是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、深浅仍是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G1 / G2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交替落位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，避免同轮抢同一个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：逐批列私有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[3, 2]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3]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（长度不等）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61010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05634" y="1444752"/>
            <a:ext cx="97942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13074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MHA (g=1)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93640" y="1444752"/>
            <a:ext cx="123037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先算每个 batch 要跑几轮，存成前缀表（轮数可以逐 batch 不同）: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每 batch 轮数 = ceil(该 batch 列数 * head 数 / k) *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batch1 要 3 轮, batch2 要 4 轮 → 前缀 [0, 3, 7]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在轮前缀表里查 r 落到哪个 batch, 批内轮号 = r - 该 batch 前缀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(批内轮号 / 该 batch S1 块数) * k + (j-1)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该 batch S2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 + 批内轮号) %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超出该 batch 列数 → 本核本轮 idle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5313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605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有自己的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round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前缀，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批内仍按列私有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排；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1348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核数超过本批列数时那一条核空转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的代价。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≤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&gt;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形状才用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为偶且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= 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g=1 &gt;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的网格大小不同：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2x3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1920239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1920239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153619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74920" y="2377440"/>
          <a:ext cx="2560320" cy="1920239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1149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166359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20240" y="517550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920240" y="557784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01752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446227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4864608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920240" y="7424928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920240" y="7827264"/>
          <a:ext cx="6355076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770708"/>
                <a:gridCol w="770708"/>
                <a:gridCol w="770708"/>
                <a:gridCol w="770708"/>
                <a:gridCol w="770708"/>
                <a:gridCol w="770708"/>
                <a:gridCol w="770708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92640" y="68397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9692640" y="7242048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本轮无列可派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列，第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轮只剩一条核有活）。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对比算法页的对照表：按最长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对齐要多花好几轮。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：按面积展平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1]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2]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61010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05634" y="1444752"/>
            <a:ext cx="21879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跟随 epilogue mask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21606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GQA (g&gt;1)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2172" y="1444752"/>
            <a:ext cx="182473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263139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g=2,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 batch 的任务面积并累加: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面积 = 该 batch S1 块数 * S2 块数;  面积前缀 = 逐 batch 累加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面积前缀 [0, 4, 6]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总轮数 = max(ceil(总面积*head数*g/k), 最大S1块数*g, 最大S2块数) = 6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全局 task id = (j-1) * 总轮数 + r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每条核独占一段，顺序扫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用面积前缀查出它属于哪个 batch;  批内号 = 全局 task id - 该 batch 面积前缀*head数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批内号 换算;  第几行 = 批内号 % m;  第几列 = ceil(批内号 / (m*g))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384547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859267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188451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按面积前缀把任务空间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展平后等分成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段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，每条核顺序扫自己那段；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8462771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不追求列私有，只保证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498848"/>
          <a:ext cx="4297679" cy="1609344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09360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换成按最长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对齐（示意）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11696"/>
          <a:ext cx="4297680" cy="1426464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210312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做法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本页规则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（逐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各按自己的长度排，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不被拖慢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对齐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（示意）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所有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按最长的排，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大量空转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81747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8577072"/>
          <a:ext cx="429768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34290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面积大的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分到的格子多；每个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格上有两个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92024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95681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11680" y="588873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71500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575157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G=2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06440" y="588873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3017520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92640" y="486460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9692640" y="5266944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9692640" y="67116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9692640" y="7114032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列横跨多条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一条列要服务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只能切片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1920240" y="793394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1920240" y="8336280"/>
          <a:ext cx="6355079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四个小块合起来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个任务，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轮扫完，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零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块，所以它那两张图更矮。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