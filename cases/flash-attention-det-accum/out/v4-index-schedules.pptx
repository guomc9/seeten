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BN2S2 vs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基线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opst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v4-det / v4-nd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（基线）；参考仓库：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opst-det / opst-nd · causal BSND H8 D128 ·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16636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中位数；倍率由核时相除得到（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口径，非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；图内文字用英文以避开字体缺字）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623560"/>
          <a:ext cx="9381744" cy="2926080"/>
        </p:xfrm>
        <a:graphic>
          <a:graphicData uri="http://schemas.openxmlformats.org/drawingml/2006/table">
            <a:tbl>
              <a:tblPr/>
              <a:tblGrid>
                <a:gridCol w="1920240"/>
                <a:gridCol w="932688"/>
                <a:gridCol w="932688"/>
                <a:gridCol w="932688"/>
                <a:gridCol w="932688"/>
                <a:gridCol w="932688"/>
                <a:gridCol w="932688"/>
                <a:gridCol w="932688"/>
                <a:gridCol w="93268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2327.3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5286.7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9834.3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1087.5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2416.5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8703.9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5444.3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11976.0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6055.6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opst/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8695944"/>
            <a:ext cx="965606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端到端计时；加粗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deterministic / nondeterministic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两组各自的最优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56235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三个对比怎么读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332720" y="6025896"/>
          <a:ext cx="4297680" cy="2267712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</a:tblGrid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vs det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opst-det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-det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（本仓库更快），小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&lt;1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本仓库确定性开销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1.05–1.22×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开销更小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1.11–1.98×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比本仓库高不少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结论：确定性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BN2S2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的开销随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增大而收敛（大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核时反超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、确定性损失也更小）；小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更快。非确定路径差距是分支既有问题，与本重构无关。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