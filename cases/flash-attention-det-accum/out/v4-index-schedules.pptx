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8915400" cy="4498848"/>
        </p:xfrm>
        <a:graphic>
          <a:graphicData uri="http://schemas.openxmlformats.org/drawingml/2006/table">
            <a:tbl>
              <a:tblPr/>
              <a:tblGrid>
                <a:gridCol w="2514600"/>
                <a:gridCol w="1005840"/>
                <a:gridCol w="868680"/>
                <a:gridCol w="868680"/>
                <a:gridCol w="868680"/>
                <a:gridCol w="868680"/>
                <a:gridCol w="1920240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头型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（虚拟）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400800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7059168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51636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90041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28446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66851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5727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9692640" y="1975104"/>
          <a:ext cx="4800600" cy="2816352"/>
        </p:xfrm>
        <a:graphic>
          <a:graphicData uri="http://schemas.openxmlformats.org/drawingml/2006/table">
            <a:tbl>
              <a:tblPr/>
              <a:tblGrid>
                <a:gridCol w="1005840"/>
                <a:gridCol w="37947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51389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5541264"/>
          <a:ext cx="4800600" cy="1901952"/>
        </p:xfrm>
        <a:graphic>
          <a:graphicData uri="http://schemas.openxmlformats.org/drawingml/2006/table">
            <a:tbl>
              <a:tblPr/>
              <a:tblGrid>
                <a:gridCol w="1691640"/>
                <a:gridCol w="31089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771753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8119871"/>
          <a:ext cx="48006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32004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3/4 Causal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670048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670048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97296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1783080"/>
                <a:gridCol w="301752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26740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07306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7242048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26740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07306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65697" y="1444752"/>
            <a:ext cx="133273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 % m) + (r % m)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67969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08202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26694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669280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8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2697480"/>
                <a:gridCol w="26974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7644383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8046719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58952" y="27340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10712" y="27340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17920" y="27340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，每列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行有活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多出来的行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不派活（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）；落在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区外的块由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打掉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；虚拟列可以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横跨两个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守它的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要两个累加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14747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是，方形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22040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02606" y="1444752"/>
            <a:ext cx="17421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g=1 &gt;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920240" y="544068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56816" y="5074920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536752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9692640" y="908913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692640" y="9491472"/>
          <a:ext cx="480060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640080"/>
                <a:gridCol w="640080"/>
                <a:gridCol w="640080"/>
                <a:gridCol w="640080"/>
                <a:gridCol w="640080"/>
                <a:gridCol w="6400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parity 0/1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&gt;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166293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是，S1 &gt; S2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254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90820" y="1444752"/>
            <a:ext cx="17421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263139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直接套用 Causal Swizzle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虚拟高 = 2m-n+1 = 5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列号  = (r-1)/虚拟高 * active core 数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配对号 = 列号/n+1;  虚拟列 = 列号%n+1;  虚拟行 = (r-1)%虚拟高+1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奇数 batch 可用行数 = m - 虚拟列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&lt;= 可用行数: 奇数 batch, 行 = 虚拟列+虚拟行-1, 列 = 虚拟列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                 偶数 batch, 行 = m-(虚拟行-可用行数)+1, 列 = n-虚拟列+1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384547"/>
          <a:ext cx="8522206" cy="27432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402067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73125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长时换一套几何：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虚拟高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，每列只有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行有活；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800557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多出来的行是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；因果区外的块由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打掉（贡献精确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g=1 &gt;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481059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88339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虚拟矩形比真实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区大：多出来的轮次是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打掉。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5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行里，每列只有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行有活；灰格是凑不满的部分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3413756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90169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691127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3413756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3017520"/>
          <a:ext cx="2880360" cy="3401568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729215" y="2651760"/>
            <a:ext cx="2880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784080" y="294436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920240" y="602894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920240" y="643128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66568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05916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692640" y="850392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9692640" y="8906256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虚拟矩形比真实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区大：多出来的轮次是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打掉。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红格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（本轮该核没任务）；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、要靠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的块。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注：选择器目前只在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Left-Up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，那时它委托给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Swizzle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≠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，每个核守一条虚拟列走满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267712" cy="283464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26771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89320" y="2377440"/>
          <a:ext cx="2267712" cy="283464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25896" y="1956816"/>
            <a:ext cx="226771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298448" y="2377440"/>
            <a:ext cx="0" cy="2494483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39496" y="348752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20240" y="1719072"/>
            <a:ext cx="1927555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920240" y="5760720"/>
          <a:ext cx="2267712" cy="2944368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</a:tblGrid>
              <a:tr h="42062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56816" y="5394959"/>
            <a:ext cx="226771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568756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5266944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692640" y="704088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9692640" y="7443216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21879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跟随 epilogue mask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5272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GQA (g&gt;1)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15838" y="1444752"/>
            <a:ext cx="18247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263139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384547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6944867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27405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列横跨多条核，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没法列私有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54837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改按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连续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分核，靠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修正让同轮各核的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1609344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0936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11696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g=2 &gt;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023859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426195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列横跨多条核，没法列私有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，确定性靠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列横跨多条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一条列要服务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只能切片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7242048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列横跨多条核，没法列私有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，确定性靠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G1 / G2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交替落位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，避免同轮抢同一个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61010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05634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13074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93640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g=1 &gt;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66359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7242048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61010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05634" y="1444752"/>
            <a:ext cx="21879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跟随 epilogue mask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1606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GQA (g&gt;1)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2172" y="1444752"/>
            <a:ext cx="18247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263139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batch;  批内号 = 全局 task id - 该 batch 面积前缀*head数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批内号 换算;  第几行 = 批内号 % m;  第几列 = ceil(批内号 / (m*g))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384547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859267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18845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846277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1609344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0936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11696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1747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577072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588873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06440" y="588873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列横跨多条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一条列要服务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只能切片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1920240" y="793394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920240" y="8336280"/>
          <a:ext cx="6355079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