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（虚拟）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的顺序：外层慢、内层快。先认这个顺序，后面的分派才看得懂。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落在相邻的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它守着同一条列，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只在列内把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从第一行走到最后一行，这才是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会出现在多条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的任务里：那是不同轮、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说明为什么要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列，所以同一轮里相邻两条核落到相邻的两列上；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它一直守着同一列，只在列内把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从第一行走到最后一行。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出现在多条核上时，那是不同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、不同轮。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79" cy="2377440"/>
        </p:xfrm>
        <a:graphic>
          <a:graphicData uri="http://schemas.openxmlformats.org/drawingml/2006/table">
            <a:tbl>
              <a:tblPr/>
              <a:tblGrid>
                <a:gridCol w="1051560"/>
                <a:gridCol w="3246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块数，多出的核铺到别的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低位走列：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轮正好把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低位换成了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：同一轮各核落在不同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、同一列上，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不会撞；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代价是核不再独占整条列，改由切片保证有序。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79" cy="2377440"/>
        </p:xfrm>
        <a:graphic>
          <a:graphicData uri="http://schemas.openxmlformats.org/drawingml/2006/table">
            <a:tbl>
              <a:tblPr/>
              <a:tblGrid>
                <a:gridCol w="1051560"/>
                <a:gridCol w="3246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块数，多出的核铺到别的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列，每个块只落在一条核上。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对比上一页：那里同轮各核是同一个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的不同列；这里同轮各核是同一条列的不同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1783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，每列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行有活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多出来的行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不派活（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）；落在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区外的块由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打掉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；虚拟列可以横跨两个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——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所以守它的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要两个累加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折回真实坐标时行列会翻转（右上那片三角），所以格内写的是它最终落到哪一块。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x (n+1)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在矩形里按同样的低位规则排；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 buffer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之间交替。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槽位，也不需要在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之间来回切，所以每核要两个累加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&gt;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&gt;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 Causal Swizzle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active core 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 batch 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 batch,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 batch, 行 = m-(虚拟行-可用行数)+1, 列 = n-虚拟列+1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7432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4020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73125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长时换一套几何：虚拟高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，每列只有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0055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多出来的行是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，落在因果区外的块由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打掉（贡献精确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4810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88339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90169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9112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301752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729215" y="265176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29443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0240" y="602894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20240" y="643128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66568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05916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8503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8906256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红色格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本轮该核没任务（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等长时选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Left-Up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，那时它会委托给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Swizzle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列会横跨多条核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改用连续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切片分给各核，靠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82269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因此有确定的先后。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829817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870051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，只能切片分派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的任务用两行文字分开；颜色仍是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前缀（长度可以不同），批内仍然按列私有排；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核数超过本批的列数时，该轮这条核空转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这是变长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本轮该核没有可派的列（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按面积前缀把整个任务空间展平，再等分成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，只能切片分派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个任务，正好被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轮扫完，零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