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8915400" cy="4498848"/>
        </p:xfrm>
        <a:graphic>
          <a:graphicData uri="http://schemas.openxmlformats.org/drawingml/2006/table">
            <a:tbl>
              <a:tblPr/>
              <a:tblGrid>
                <a:gridCol w="2331720"/>
                <a:gridCol w="1005840"/>
                <a:gridCol w="1051560"/>
                <a:gridCol w="868680"/>
                <a:gridCol w="868680"/>
                <a:gridCol w="868680"/>
                <a:gridCol w="1920240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列（同方形折叠）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400800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766560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059168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51636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790041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28446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66851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15727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9692640" y="1975104"/>
          <a:ext cx="4800600" cy="2816352"/>
        </p:xfrm>
        <a:graphic>
          <a:graphicData uri="http://schemas.openxmlformats.org/drawingml/2006/table">
            <a:tbl>
              <a:tblPr/>
              <a:tblGrid>
                <a:gridCol w="1005840"/>
                <a:gridCol w="37947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51389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5541264"/>
          <a:ext cx="4800600" cy="1901952"/>
        </p:xfrm>
        <a:graphic>
          <a:graphicData uri="http://schemas.openxmlformats.org/drawingml/2006/table">
            <a:tbl>
              <a:tblPr/>
              <a:tblGrid>
                <a:gridCol w="1691640"/>
                <a:gridCol w="31089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771753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8119871"/>
          <a:ext cx="48006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32004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97296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1783080"/>
                <a:gridCol w="301752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09620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28770" y="1444752"/>
            <a:ext cx="129870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09620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28770" y="1444752"/>
            <a:ext cx="129870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55488" y="1444752"/>
            <a:ext cx="142417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67969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08202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26694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669280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7827264"/>
          <a:ext cx="635508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2697480"/>
                <a:gridCol w="26974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644383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8046719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58692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7842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9484" y="1444752"/>
            <a:ext cx="25237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，不参与累加）；一条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17081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46906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66056" y="1444752"/>
            <a:ext cx="215061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469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332" y="1444752"/>
            <a:ext cx="2411475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29360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69594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377440"/>
          <a:ext cx="2267712" cy="283464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956816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89320" y="2377440"/>
          <a:ext cx="2267712" cy="283464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25896" y="1956816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377440"/>
            <a:ext cx="0" cy="2494483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48752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20240" y="1719072"/>
            <a:ext cx="1927555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760720"/>
          <a:ext cx="2267712" cy="2944368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42062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956816" y="5394959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5266944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704088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443216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44846" y="1444752"/>
            <a:ext cx="189306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23874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64107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242048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0154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7074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5954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15104" y="1444752"/>
            <a:ext cx="129870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7827264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0154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7074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12030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1180" y="1444752"/>
            <a:ext cx="189306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1747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577072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793394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920240" y="8336280"/>
          <a:ext cx="6355079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