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9052560" cy="4498848"/>
        </p:xfrm>
        <a:graphic>
          <a:graphicData uri="http://schemas.openxmlformats.org/drawingml/2006/table">
            <a:tbl>
              <a:tblPr/>
              <a:tblGrid>
                <a:gridCol w="2103120"/>
                <a:gridCol w="1097280"/>
                <a:gridCol w="1097280"/>
                <a:gridCol w="1005840"/>
                <a:gridCol w="822960"/>
                <a:gridCol w="822960"/>
                <a:gridCol w="2103120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MHA/GQA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列（同方形折叠）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510528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876288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表中「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本页例子的形状；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223760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69924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08329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46734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5139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157276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104120" y="1975104"/>
          <a:ext cx="4572000" cy="2816352"/>
        </p:xfrm>
        <a:graphic>
          <a:graphicData uri="http://schemas.openxmlformats.org/drawingml/2006/table">
            <a:tbl>
              <a:tblPr/>
              <a:tblGrid>
                <a:gridCol w="960120"/>
                <a:gridCol w="3611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104120" y="513892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104120" y="5541264"/>
          <a:ext cx="45720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29718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104120" y="7717536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0104120" y="8119871"/>
          <a:ext cx="4572000" cy="1901952"/>
        </p:xfrm>
        <a:graphic>
          <a:graphicData uri="http://schemas.openxmlformats.org/drawingml/2006/table">
            <a:tbl>
              <a:tblPr/>
              <a:tblGrid>
                <a:gridCol w="1508760"/>
                <a:gridCol w="306324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24144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1521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10740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09620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28770" y="1444752"/>
            <a:ext cx="129870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1521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10740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09620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28770" y="1444752"/>
            <a:ext cx="129870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55488" y="1444752"/>
            <a:ext cx="142417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77113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17346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48640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888736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973568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8375904"/>
          <a:ext cx="480060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1920240"/>
                <a:gridCol w="19202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1521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10740" y="1444752"/>
            <a:ext cx="15199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causal（方形）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58692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7842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9484" y="1444752"/>
            <a:ext cx="25237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，不加）；一条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1521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10740" y="1444752"/>
            <a:ext cx="17081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causal（S1 = S2）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46906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66056" y="1444752"/>
            <a:ext cx="215061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469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6332" y="1444752"/>
            <a:ext cx="2411475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38504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78738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1733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" y="2103120"/>
            <a:ext cx="0" cy="257495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9496" y="3253435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23560"/>
          <a:ext cx="2340864" cy="3712463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3035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56816" y="5202936"/>
            <a:ext cx="38404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5486400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7370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772400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67512" y="952804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1521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10740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44846" y="1444752"/>
            <a:ext cx="189306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33018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73251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0154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7074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5954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15104" y="1444752"/>
            <a:ext cx="129870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0154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7074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12030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31180" y="1444752"/>
            <a:ext cx="189306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3027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705088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BN2S2 vs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基线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vs opst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本仓库：</a:t>
            </a:r>
            <a:r>
              <a:rPr sz="14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v4-det / v4-nd</a:t>
            </a:r>
            <a:r>
              <a:rPr sz="14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（基线）；参考仓库：</a:t>
            </a:r>
            <a:r>
              <a:rPr sz="14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opst-det / opst-nd · causal BSND H8 D128 · </a:t>
            </a:r>
            <a:r>
              <a:rPr sz="14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4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4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4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4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4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36192"/>
            <a:ext cx="13898880" cy="3520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166360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中位数；倍率由核时相除得到（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口径，非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；图内文字用英文以避开字体缺字）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5623560"/>
          <a:ext cx="9381744" cy="2926080"/>
        </p:xfrm>
        <a:graphic>
          <a:graphicData uri="http://schemas.openxmlformats.org/drawingml/2006/table">
            <a:tbl>
              <a:tblPr/>
              <a:tblGrid>
                <a:gridCol w="1920240"/>
                <a:gridCol w="932688"/>
                <a:gridCol w="932688"/>
                <a:gridCol w="932688"/>
                <a:gridCol w="932688"/>
                <a:gridCol w="932688"/>
                <a:gridCol w="932688"/>
                <a:gridCol w="932688"/>
                <a:gridCol w="932688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b1_s1024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b1_s2048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b1_s8192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b4_s8192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2327.3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1257.1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5286.7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9834.3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1905.2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1087.5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2416.5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4984.0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8703.9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393.8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1501.4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2703.3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5444.3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11976.0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3875.9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6055.6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det/nd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开销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开销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对比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opst/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8695944"/>
            <a:ext cx="9656064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端到端计时；加粗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deterministic / nondeterministic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两组各自的最优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562356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三个对比怎么读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0332720" y="6025896"/>
          <a:ext cx="4297680" cy="2267712"/>
        </p:xfrm>
        <a:graphic>
          <a:graphicData uri="http://schemas.openxmlformats.org/drawingml/2006/table">
            <a:tbl>
              <a:tblPr/>
              <a:tblGrid>
                <a:gridCol w="1371600"/>
                <a:gridCol w="2926080"/>
              </a:tblGrid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对比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vs det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opst-det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-det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：大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 </a:t>
                      </a:r>
                      <a:r>
                        <a:rPr sz="11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&gt;1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（本仓库更快），小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 &lt;1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本仓库确定性开销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/ nd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1.05–1.22×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开销更小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确定性开销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/ nd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1.11–1.98×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比本仓库高不少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结论：确定性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BN2S2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的开销随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增大而收敛（大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核时反超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、确定性损失也更小）；小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仍是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更快。非确定路径差距是分支既有问题，与本重构无关。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