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确定性梯度累加的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,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，这一轮这条核该算哪一块？七种规则给出七种分派方式。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2710160" cy="4343400"/>
        </p:xfrm>
        <a:graphic>
          <a:graphicData uri="http://schemas.openxmlformats.org/drawingml/2006/table">
            <a:tbl>
              <a:tblPr/>
              <a:tblGrid>
                <a:gridCol w="3840480"/>
                <a:gridCol w="4754880"/>
                <a:gridCol w="2011680"/>
                <a:gridCol w="2103120"/>
              </a:tblGrid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本文例子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k=2 m=3 n=3 b=2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批优先旋转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k=4 m=2 n=2 b=2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因果折叠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k=2 m=3 n=3 b=2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左上因果折叠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k=2 m=3 n=2 b=2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k=2 m=2 n=2 b=1 g=2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变长列私有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k=2 m=0 n=0 b=2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变长展平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k=2 m=0 n=0 b=2 g=2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492240"/>
            <a:ext cx="1389888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,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核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717804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635240"/>
            <a:ext cx="1188720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算法页：先看伪代码讲清逻辑，再看任务矩阵（纵轴是轮，横轴是核）。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8019288"/>
            <a:ext cx="1188720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例子页：网格的纵轴是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；格子颜色是核，格内文字是第几轮。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403336"/>
            <a:ext cx="1188720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本轮没有任务（空泡），或者要交给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处理的块。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787384"/>
            <a:ext cx="1188720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每个方法后面都附一张对照表：同一形状下别的规则能不能用。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7178040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0332720" y="7507223"/>
          <a:ext cx="4251960" cy="2688336"/>
        </p:xfrm>
        <a:graphic>
          <a:graphicData uri="http://schemas.openxmlformats.org/drawingml/2006/table">
            <a:tbl>
              <a:tblPr/>
              <a:tblGrid>
                <a:gridCol w="1005840"/>
                <a:gridCol w="32461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第几批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第几个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头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组里第几个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头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头维，整块不切分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：一条核包下一条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输入：核数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36192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核数 k=2, S1 块数 m=3, S2 块数 n=3, 批数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(轮 r, 核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任务号 = ((r-1) / m) * k + (j-1)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 m 轮换一次任务号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任务号 % n + 1  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列轴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任务号 / n + 1  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列走完才换批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同一列内 S1 每轮转一格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3662172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332720" y="1536192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186537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212140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237744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26334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28895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31455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头维，整块不切分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3675888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0332720" y="4005072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总槽位（核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x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无任务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0332720" y="6291072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0332720" y="6620256"/>
          <a:ext cx="4251959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868680"/>
                <a:gridCol w="210312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批优先旋转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时才需要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因果折叠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因果形状才用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左上因果折叠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等长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组数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&gt;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67512" y="10241280"/>
            <a:ext cx="886968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一条核在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轮里始终守着同一条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列，只把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转一圈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dK/dV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因此是单核顺序累加。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：一条核包下一条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把上面的任务矩阵摊到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，颜色是核，格内是第几轮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78892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2423160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7157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78892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73989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213055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81965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78892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2423160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7157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669279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核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2926080" y="5623559"/>
          <a:ext cx="658368" cy="365760"/>
        </p:xfrm>
        <a:graphic>
          <a:graphicData uri="http://schemas.openxmlformats.org/drawingml/2006/table">
            <a:tbl>
              <a:tblPr/>
              <a:tblGrid>
                <a:gridCol w="65836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712464" y="5623559"/>
          <a:ext cx="658368" cy="365760"/>
        </p:xfrm>
        <a:graphic>
          <a:graphicData uri="http://schemas.openxmlformats.org/drawingml/2006/table">
            <a:tbl>
              <a:tblPr/>
              <a:tblGrid>
                <a:gridCol w="65836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773168" y="5669279"/>
            <a:ext cx="51206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格内文字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278892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每个核负责哪些列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3118103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B=1 S2=3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S2=1  B=2 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4736592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5065776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总槽位（核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x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无任务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6080759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920240" y="6409944"/>
          <a:ext cx="425196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2402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每条核列私有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281160"/>
            <a:ext cx="886968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一条核在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轮里始终守着同一条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列，只把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转一圈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dK/dV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因此是单核顺序累加。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9893808"/>
            <a:ext cx="886968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看每一列的颜色：整列同色，就是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277856"/>
            <a:ext cx="886968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两条核各包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轮正好把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批优先旋转：核数多于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块数时用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输入：核数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36192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核数 k=4, S1 块数 m=2, S2 块数 n=2, 批数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(轮 r, 核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任务号 = ((r-1) / m) * k + j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任务号 % b，得 0 时取 b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 轴（与上一页相反）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ceil(任务号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 % m) + (r % m)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3662172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5B8FF9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5B8F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5445252"/>
            <a:ext cx="9235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每个核负责哪些列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5774436"/>
          <a:ext cx="8869680" cy="1920240"/>
        </p:xfrm>
        <a:graphic>
          <a:graphicData uri="http://schemas.openxmlformats.org/drawingml/2006/table">
            <a:tbl>
              <a:tblPr/>
              <a:tblGrid>
                <a:gridCol w="868680"/>
                <a:gridCol w="800100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332720" y="1536192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86537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212140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237744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26334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28895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31455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头维，整块不切分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3675888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0332720" y="4005072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总槽位（核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x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无任务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0332720" y="6291072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0332720" y="6620256"/>
          <a:ext cx="4251959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868680"/>
                <a:gridCol w="210312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≤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批优先旋转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&gt;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时才需要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因果折叠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因果形状才用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左上因果折叠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等长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组数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&gt;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10241280"/>
            <a:ext cx="886968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低位改成批号后，同一轮里各核落在不同批上，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撞不到一起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例子：批优先旋转：核数多于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块数时用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78892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2423160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7157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788920"/>
            <a:ext cx="0" cy="2048255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675887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213055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81965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78892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5B8FF9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5B8F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2423160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7157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669279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核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2926080" y="5623559"/>
          <a:ext cx="658368" cy="365760"/>
        </p:xfrm>
        <a:graphic>
          <a:graphicData uri="http://schemas.openxmlformats.org/drawingml/2006/table">
            <a:tbl>
              <a:tblPr/>
              <a:tblGrid>
                <a:gridCol w="65836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712464" y="5623559"/>
          <a:ext cx="658368" cy="365760"/>
        </p:xfrm>
        <a:graphic>
          <a:graphicData uri="http://schemas.openxmlformats.org/drawingml/2006/table">
            <a:tbl>
              <a:tblPr/>
              <a:tblGrid>
                <a:gridCol w="65836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498848" y="5623559"/>
          <a:ext cx="658368" cy="365760"/>
        </p:xfrm>
        <a:graphic>
          <a:graphicData uri="http://schemas.openxmlformats.org/drawingml/2006/table">
            <a:tbl>
              <a:tblPr/>
              <a:tblGrid>
                <a:gridCol w="65836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285232" y="5623559"/>
          <a:ext cx="658368" cy="365760"/>
        </p:xfrm>
        <a:graphic>
          <a:graphicData uri="http://schemas.openxmlformats.org/drawingml/2006/table">
            <a:tbl>
              <a:tblPr/>
              <a:tblGrid>
                <a:gridCol w="65836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5B8FF9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345936" y="5669279"/>
            <a:ext cx="51206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格内文字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278892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每个核负责哪些列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3118103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5541264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5870448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总槽位（核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x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无任务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920240" y="6080759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920240" y="6409944"/>
          <a:ext cx="425196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2402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每条核列私有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9281160"/>
            <a:ext cx="886968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低位改成批号后，同一轮里各核落在不同批上，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撞不到一起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9893808"/>
            <a:ext cx="886968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条核各守一条列，每列恰好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10277856"/>
            <a:ext cx="886968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对比上一页：核数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，列优先的规则在这里不能用。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因果折叠：两个批拼成一个满矩形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输入：核数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（因果）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36192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核数 k=2, S1 块数 m=3, S2 块数 n=3, 批数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步：把相邻两个批拼成一个虚拟矩形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虚拟批数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步：在虚拟矩形里按“列私有”规则取任务（同第一页）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批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批 = 2*虚拟批-1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3877055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7488935"/>
            <a:ext cx="9235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每个核负责哪些列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7818119"/>
          <a:ext cx="8869680" cy="1152144"/>
        </p:xfrm>
        <a:graphic>
          <a:graphicData uri="http://schemas.openxmlformats.org/drawingml/2006/table">
            <a:tbl>
              <a:tblPr/>
              <a:tblGrid>
                <a:gridCol w="868680"/>
                <a:gridCol w="800100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B=1 S2=3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S2=1  B=2 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332720" y="1536192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86537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212140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237744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26334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28895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31455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头维，整块不切分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3675888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0332720" y="4005072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总槽位（核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x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无任务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0332720" y="6291072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0332720" y="6620256"/>
          <a:ext cx="4251959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868680"/>
                <a:gridCol w="210312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批优先旋转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时才需要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因果折叠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因果形状才用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左上因果折叠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等长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组数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&gt;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10241280"/>
            <a:ext cx="886968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列的满矩形：没有空泡、也不用打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例子：因果折叠：两个批拼成一个满矩形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先看中间的虚拟矩形（两个三角拼成的满矩形），再对照左右两张真实的块图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78892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2423160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7157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78892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73989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213055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81965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78892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2423160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7157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669279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核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2926080" y="5623559"/>
          <a:ext cx="658368" cy="365760"/>
        </p:xfrm>
        <a:graphic>
          <a:graphicData uri="http://schemas.openxmlformats.org/drawingml/2006/table">
            <a:tbl>
              <a:tblPr/>
              <a:tblGrid>
                <a:gridCol w="65836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712464" y="5623559"/>
          <a:ext cx="658368" cy="365760"/>
        </p:xfrm>
        <a:graphic>
          <a:graphicData uri="http://schemas.openxmlformats.org/drawingml/2006/table">
            <a:tbl>
              <a:tblPr/>
              <a:tblGrid>
                <a:gridCol w="65836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773168" y="5669279"/>
            <a:ext cx="51206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格内文字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920240" y="6583679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1956816" y="6217919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拼接后的虚拟矩形（行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=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=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11680" y="6510527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692640" y="278892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每个核负责哪些列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3118103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B=1 S2=3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S2=1  B=2 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9692640" y="4736592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692640" y="5065776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总槽位（核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x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无任务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9692640" y="7488936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9692640" y="7818119"/>
          <a:ext cx="425196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2402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每条核列私有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9281160"/>
            <a:ext cx="886968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列的满矩形：没有空泡、也不用打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9893808"/>
            <a:ext cx="886968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同一个格子在两张真实图上各出现一次，颜色说明同一条核在两边交替干活。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" y="10277856"/>
            <a:ext cx="886968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一条核在两个批之间来回切，所以每核要两个累加缓冲（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parity 0/1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左上对齐因果：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比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长时的几何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输入：核数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（因果，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更长）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36192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核数 k=2, S1 块数 m=3, S2 块数 n=2, 批数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直接套用上一页的因果折叠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虚拟高 = 2m-n+1 = 5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列号  = (r-1)/虚拟高 * 可用核数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配对号 = 列号/n+1;  虚拟列 = 列号%n+1;  虚拟行 = (r-1)%虚拟高+1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奇数批可用行数 = m - 虚拟列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&lt;= 可用行数: 奇数批, 行 = 虚拟列+虚拟行-1, 列 = 虚拟列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                 偶数批, 行 = m-(虚拟行-可用行数)+1, 列 = n-虚拟列+1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4091939"/>
          <a:ext cx="8522206" cy="27432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7246619"/>
            <a:ext cx="9235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每个核负责哪些列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7575803"/>
          <a:ext cx="8869680" cy="1152144"/>
        </p:xfrm>
        <a:graphic>
          <a:graphicData uri="http://schemas.openxmlformats.org/drawingml/2006/table">
            <a:tbl>
              <a:tblPr/>
              <a:tblGrid>
                <a:gridCol w="868680"/>
                <a:gridCol w="800100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332720" y="1536192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86537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212140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237744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26334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28895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31455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头维，整块不切分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3675888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0332720" y="4005072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总槽位（核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x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无任务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0332720" y="6291072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0332720" y="6620256"/>
          <a:ext cx="4251959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868680"/>
                <a:gridCol w="210312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批优先旋转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时才需要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因果折叠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因果形状才用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左上因果折叠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等长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组数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&gt;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10241280"/>
            <a:ext cx="886968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虚拟矩形比真实因果区大，多出来的轮次要靠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打掉（这些块贡献精确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例子：左上对齐因果：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比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长时的几何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5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行里，每列只有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行有活；灰格是凑不满的部分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788920"/>
          <a:ext cx="2560317" cy="3413756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2423160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7157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788920"/>
            <a:ext cx="0" cy="2901695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4102607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213055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81965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788920"/>
          <a:ext cx="2560317" cy="3413756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2423160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7157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6522720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核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2926080" y="6477000"/>
          <a:ext cx="658368" cy="365760"/>
        </p:xfrm>
        <a:graphic>
          <a:graphicData uri="http://schemas.openxmlformats.org/drawingml/2006/table">
            <a:tbl>
              <a:tblPr/>
              <a:tblGrid>
                <a:gridCol w="65836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712464" y="6477000"/>
          <a:ext cx="658368" cy="365760"/>
        </p:xfrm>
        <a:graphic>
          <a:graphicData uri="http://schemas.openxmlformats.org/drawingml/2006/table">
            <a:tbl>
              <a:tblPr/>
              <a:tblGrid>
                <a:gridCol w="65836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773168" y="6522720"/>
            <a:ext cx="51206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格内文字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2788920"/>
          <a:ext cx="2880360" cy="3401568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729215" y="2423160"/>
            <a:ext cx="2880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拼接后的虚拟矩形（行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=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=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784080" y="27157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692640" y="66019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每个核负责哪些列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6931152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9692640" y="8549640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692640" y="8878824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总槽位（核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x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无任务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920240" y="6934200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920240" y="7263384"/>
          <a:ext cx="425196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2402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每条核列私有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9281160"/>
            <a:ext cx="886968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虚拟矩形比真实因果区大，多出来的轮次要靠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打掉（这些块贡献精确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9893808"/>
            <a:ext cx="886968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红色格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本轮该核没任务（空泡）；灰格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落在因果区外、要靠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的块。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" y="10277856"/>
            <a:ext cx="886968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注：选择器目前只在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等长时选左上折叠。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：把任务切成连续段分给各核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输入：核数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· GQA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36192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核数 k=2, S1 块数 m=2, S2 块数 n=2, 批数 b=1, 组数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(轮 r, 核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任务号 = (j-1)*R + ceil(r/m)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核 j 独占 R 个连续任务号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(任务号%(b*g)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ceil(任务号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任务号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4091939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6789419"/>
            <a:ext cx="9235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每个核负责哪些列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7118603"/>
          <a:ext cx="8869680" cy="1152144"/>
        </p:xfrm>
        <a:graphic>
          <a:graphicData uri="http://schemas.openxmlformats.org/drawingml/2006/table">
            <a:tbl>
              <a:tblPr/>
              <a:tblGrid>
                <a:gridCol w="868680"/>
                <a:gridCol w="800100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332720" y="1536192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86537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212140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237744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26334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28895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31455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头维，整块不切分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3675888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0332720" y="4005072"/>
          <a:ext cx="4251960" cy="1609344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总槽位（核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x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无任务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0332720" y="5888736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0332720" y="6217920"/>
          <a:ext cx="4251959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868680"/>
                <a:gridCol w="210312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批优先旋转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时才需要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因果折叠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因果形状才用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左上因果折叠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等长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组数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10241280"/>
            <a:ext cx="886968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列可能横跨两条核，没法私有化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的轮序原子加，确定性靠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：把任务切成连续段分给各核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格上叠着两个组的任务，所以按组拆成两张图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78892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2423160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7157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788920"/>
            <a:ext cx="0" cy="2048255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675887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213055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81965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78892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2423160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7157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669279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核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2926080" y="5623559"/>
          <a:ext cx="658368" cy="365760"/>
        </p:xfrm>
        <a:graphic>
          <a:graphicData uri="http://schemas.openxmlformats.org/drawingml/2006/table">
            <a:tbl>
              <a:tblPr/>
              <a:tblGrid>
                <a:gridCol w="65836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712464" y="5623559"/>
          <a:ext cx="658368" cy="365760"/>
        </p:xfrm>
        <a:graphic>
          <a:graphicData uri="http://schemas.openxmlformats.org/drawingml/2006/table">
            <a:tbl>
              <a:tblPr/>
              <a:tblGrid>
                <a:gridCol w="65836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773168" y="5669279"/>
            <a:ext cx="51206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格内文字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278892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每个核负责哪些列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3118103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4736592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5065776"/>
          <a:ext cx="4251960" cy="1609344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总槽位（核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x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无任务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6080759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920240" y="6409944"/>
          <a:ext cx="425196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2402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每条核列私有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281160"/>
            <a:ext cx="886968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列可能横跨两条核，没法私有化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的轮序原子加，确定性靠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9893808"/>
            <a:ext cx="886968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哪条核；两张图合起来看，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个任务各归各的核。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277856"/>
            <a:ext cx="886968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和组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交替落位，避免同轮抢同一个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输入：核数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各批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各批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36192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核数 k=2, 批数 b=2, 各批长度不同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先算每个批要跑几轮，存成前缀表（轮数可以逐批不同）: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每批轮数 = ceil(该批列数 * 头数 / k) * 该批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批1 要 3 轮, 批2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(轮 r, 核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落到哪个批, 批内轮号 = r - 该批前缀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任务号 = (批内轮号 / 该批S1块数)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任务号 % 该批S2块数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该批S1块数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任务号超出该批列数 → 本核本轮空闲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4306823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332720" y="1536192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186537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212140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237744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26334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28895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31455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头维，整块不切分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3675888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0332720" y="4005072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总槽位（核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x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无任务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0332720" y="6291072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0332720" y="6620256"/>
          <a:ext cx="4251959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868680"/>
                <a:gridCol w="210312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批优先旋转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0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时才需要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因果折叠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因果形状才用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左上因果折叠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等长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组数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&gt;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67512" y="10241280"/>
            <a:ext cx="886968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每个批按自己的长度排轮次，短批不拖累长批；核数超过本批列数时会有空泡。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例子：变长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两批的网格大小不同：批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块，批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78892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2423160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7157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78892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73989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213055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81965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74920" y="278892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11496" y="2423160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66359" y="27157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669279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核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2926080" y="5623559"/>
          <a:ext cx="658368" cy="365760"/>
        </p:xfrm>
        <a:graphic>
          <a:graphicData uri="http://schemas.openxmlformats.org/drawingml/2006/table">
            <a:tbl>
              <a:tblPr/>
              <a:tblGrid>
                <a:gridCol w="65836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712464" y="5623559"/>
          <a:ext cx="658368" cy="365760"/>
        </p:xfrm>
        <a:graphic>
          <a:graphicData uri="http://schemas.openxmlformats.org/drawingml/2006/table">
            <a:tbl>
              <a:tblPr/>
              <a:tblGrid>
                <a:gridCol w="65836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773168" y="5669279"/>
            <a:ext cx="51206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格内文字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278892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每个核负责哪些列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3118103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B=2 S2=1  B=2 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4736592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5065776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总槽位（核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x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无任务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6080759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920240" y="6409944"/>
          <a:ext cx="425196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2402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每条核列私有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281160"/>
            <a:ext cx="886968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每个批按自己的长度排轮次，短批不拖累长批；核数超过本批列数时会有空泡。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9893808"/>
            <a:ext cx="886968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本轮该核没有可派的列（批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277856"/>
            <a:ext cx="886968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对比算法页的对照表：按最长批对齐要多花好几轮。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）：按面积展平后再切段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输入：核数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各批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各批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36192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核数 k=2, 批数 b=2, 组数 g=2, 各批长度不同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先算每批的任务面积并累加: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该批 S1 块数 * S2 块数;  面积前缀 = 逐批累加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max(ceil(总面积*头数*组/核数), 最大S1块数*组,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(轮 r, 核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全局任务号 = (j-1) * 总轮数 + r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用面积前缀查出它属于哪个批;  批内号 = 全局任务号 - 该批面积前缀*头数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批内号 换算;  第几行 = 批内号 % m;  第几列 = ceil(批内号 / (m*g))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4091939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7703819"/>
            <a:ext cx="9235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每个核负责哪些列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8033002"/>
          <a:ext cx="8869680" cy="1152144"/>
        </p:xfrm>
        <a:graphic>
          <a:graphicData uri="http://schemas.openxmlformats.org/drawingml/2006/table">
            <a:tbl>
              <a:tblPr/>
              <a:tblGrid>
                <a:gridCol w="868680"/>
                <a:gridCol w="800100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B=1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S2=1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332720" y="1536192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86537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212140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237744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26334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28895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31455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头维，整块不切分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3675888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0332720" y="4005072"/>
          <a:ext cx="4251960" cy="1609344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总槽位（核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x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无任务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0332720" y="5888736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换成按最长批对齐（示意）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0332720" y="6217920"/>
          <a:ext cx="4251960" cy="1261872"/>
        </p:xfrm>
        <a:graphic>
          <a:graphicData uri="http://schemas.openxmlformats.org/drawingml/2006/table">
            <a:tbl>
              <a:tblPr/>
              <a:tblGrid>
                <a:gridCol w="1463040"/>
                <a:gridCol w="868680"/>
                <a:gridCol w="19202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本页规则（逐批）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每批按自己的长度排，短批不拖累长批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按最长批对齐（示意）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所有批按最长的排，短批大量空转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10241280"/>
            <a:ext cx="886968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无法逐批对齐，直接把整个任务空间展平等分给各核，顺序扫过。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例子：变长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）：按面积展平后再切段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面积大的批分到的格子多；每个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格上有两个组的任务，按组拆图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78892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2423160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7157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788920"/>
            <a:ext cx="0" cy="2048255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675887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213055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81965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78892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2423160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7157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640080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6035040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632764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715000" y="640080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751576" y="6035040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6440" y="632764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920240" y="8427720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核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926080" y="8381999"/>
          <a:ext cx="658368" cy="365760"/>
        </p:xfrm>
        <a:graphic>
          <a:graphicData uri="http://schemas.openxmlformats.org/drawingml/2006/table">
            <a:tbl>
              <a:tblPr/>
              <a:tblGrid>
                <a:gridCol w="65836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712464" y="8381999"/>
          <a:ext cx="658368" cy="365760"/>
        </p:xfrm>
        <a:graphic>
          <a:graphicData uri="http://schemas.openxmlformats.org/drawingml/2006/table">
            <a:tbl>
              <a:tblPr/>
              <a:tblGrid>
                <a:gridCol w="65836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4773168" y="8427720"/>
            <a:ext cx="51206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格内文字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278892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每个核负责哪些列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9692640" y="3118103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B=1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S2=1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9692640" y="4736592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9692640" y="5065776"/>
          <a:ext cx="4251960" cy="1609344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总槽位（核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x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无任务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9692640" y="7086600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9692640" y="7415783"/>
          <a:ext cx="425196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2402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每条核列私有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67512" y="9281160"/>
            <a:ext cx="886968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无法逐批对齐，直接把整个任务空间展平等分给各核，顺序扫过。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9893808"/>
            <a:ext cx="886968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个任务，正好被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轮扫完，零空泡。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" y="10277856"/>
            <a:ext cx="886968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