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8915400" cy="4498848"/>
        </p:xfrm>
        <a:graphic>
          <a:graphicData uri="http://schemas.openxmlformats.org/drawingml/2006/table">
            <a:tbl>
              <a:tblPr/>
              <a:tblGrid>
                <a:gridCol w="2514600"/>
                <a:gridCol w="1005840"/>
                <a:gridCol w="868680"/>
                <a:gridCol w="868680"/>
                <a:gridCol w="868680"/>
                <a:gridCol w="868680"/>
                <a:gridCol w="1920240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头型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列（同方形折叠）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400800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7059168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51636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90041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28446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66851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5727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692640" y="1975104"/>
          <a:ext cx="4800600" cy="2816352"/>
        </p:xfrm>
        <a:graphic>
          <a:graphicData uri="http://schemas.openxmlformats.org/drawingml/2006/table">
            <a:tbl>
              <a:tblPr/>
              <a:tblGrid>
                <a:gridCol w="1005840"/>
                <a:gridCol w="37947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51389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5541264"/>
          <a:ext cx="4800600" cy="1901952"/>
        </p:xfrm>
        <a:graphic>
          <a:graphicData uri="http://schemas.openxmlformats.org/drawingml/2006/table">
            <a:tbl>
              <a:tblPr/>
              <a:tblGrid>
                <a:gridCol w="1691640"/>
                <a:gridCol w="31089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771753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8119871"/>
          <a:ext cx="48006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32004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3/4 Causal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97296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1783080"/>
                <a:gridCol w="301752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306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306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65697" y="1444752"/>
            <a:ext cx="13327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 % m) + (r % m)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67969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08202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26694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669280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2697480"/>
                <a:gridCol w="26974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7644383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8046719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58952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10712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17920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，每列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行有活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多出来的行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不派活（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）；落在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区外的块由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打掉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；虚拟列可以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横跨两个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守它的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要两个累加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4747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是，方形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220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02606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36752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，不参与累加）；一条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6629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是，S1 = 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254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90820" y="1444752"/>
            <a:ext cx="205917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78014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829360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869594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36752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267712" cy="283464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89320" y="2377440"/>
          <a:ext cx="2267712" cy="283464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25896" y="1956816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98448" y="2377440"/>
            <a:ext cx="0" cy="2494483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39496" y="348752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20240" y="1719072"/>
            <a:ext cx="1927555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760720"/>
          <a:ext cx="2267712" cy="2944368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42062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394959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6875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704088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443216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5272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GQA (g&gt;1)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15838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69448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27405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列横跨多条核，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没法列私有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54837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改按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连续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分核，靠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修正让同轮各核的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g=2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023859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426195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列横跨多条核，没法列私有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，确定性靠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列横跨多条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一条列要服务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只能切片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列横跨多条核，没法列私有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，确定性靠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G1 / G2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交替落位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，避免同轮抢同一个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13074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3640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66359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1606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GQA (g&gt;1)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2172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batch;  批内号 = 全局 task id - 该 batch 面积前缀*head数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批内号 换算;  第几行 = 批内号 % m;  第几列 = ceil(批内号 / (m*g))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8592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18845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46277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1747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577072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88873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6440" y="588873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列横跨多条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一条列要服务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只能切片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1920240" y="793394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920240" y="8336280"/>
          <a:ext cx="6355079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