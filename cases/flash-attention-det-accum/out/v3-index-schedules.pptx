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 u="none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 u="none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 u="none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 u="none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性能对比：确定性开销（小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8091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492239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059167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059167"/>
          <a:ext cx="6537960" cy="3785616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1.29×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1.07×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1.14× / 1.65×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9.2.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性能对比：确定性开销（中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67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2926072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198863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1.15×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1.25×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1.29× / 1.32×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9.3.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6889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735823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735823"/>
          <a:ext cx="6537960" cy="2523744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442447"/>
            <a:ext cx="65379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1.31×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1.19×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1.18× / 1.32×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9.4.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vs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确定性（小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601968" cy="3364992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601968" cy="4206240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1.10×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40% / 100%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9.5.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vs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确定性（中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601968" cy="4754876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601968" cy="3056706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0.77×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0.66×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36% / 0%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9.6.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vs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确定性（大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601968" cy="3364984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601968" cy="2944361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0.57×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0% / 0%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9.7.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性能对比：非确定性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vs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非确定性（小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601968" cy="3364992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601968" cy="4206240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0.73×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0.71×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9.8.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性能对比：非确定性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vs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非确定性（中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601968" cy="4754876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601968" cy="3056706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0.69×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0.63×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9.9.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性能对比：非确定性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vs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非确定性（大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601968" cy="3364984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601968" cy="2944361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0.63×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0.60×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9.10. vs. ops-transformer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性能对比明细：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median of 25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21 case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vs. ops-transformer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opst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det/nd · ratio = opst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ops-transformer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531336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332720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中位数（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；加粗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det / nd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各自更优；下划线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mask Skv=2048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9.11. vs. ops-transformer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性能对比明细：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median of 25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17 case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vs. ops-transformer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opst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det/nd · ratio = opst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ops-transformer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412480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259568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中位数（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；加粗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det / nd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各自更优；下划线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mask Skv=2048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10.1. Profiling · BSND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0.26MB → 41.9MB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，五档典型案例）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097280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侧用时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µs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= Task Duration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（单次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profiled run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，含采集开销，看结构与相对占用）；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侧各口与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AIC /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标量口分列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8988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/ MTE2 / MTE1 / fixpipe = 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scal_c / scal_v = AIC /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标量口（解码、循环、同步）；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vec =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向量；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cube% = 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利用率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664208"/>
            <a:ext cx="13716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1) 0.26MB 2×33×77 H4/4 D64 causal    2) 0.33MB 1×128×128 H2/2 D128 causal    3) 0.92MB 2×200×300 H4/2 D64 causal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938528"/>
            <a:ext cx="13716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4) 10.5MB 1×1024² H8 D128 non-causal    5) 41.9MB 1×4096² H4 D128 causal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2340864"/>
          <a:ext cx="13203936" cy="7351760"/>
        </p:xfrm>
        <a:graphic>
          <a:graphicData uri="http://schemas.openxmlformats.org/drawingml/2006/table">
            <a:tbl>
              <a:tblPr/>
              <a:tblGrid>
                <a:gridCol w="777240"/>
                <a:gridCol w="1234440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vec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scal_v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68128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极小档（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0.26 / 0.33MB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ours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明显落后（实测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2.3–2.4×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1.4–1.7×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10.3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）：全部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pipe ≤0.5µs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MAC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仅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0.1µs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，而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duration 20–34µs ⇒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差距全在固定开销（启动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轮次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同步结构）。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0.92MB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起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已占优（实测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1.09×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）；中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缺口集中在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MTE2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fixpipe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+26.6 / +8.9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+44.8 / +35.0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），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≤ opst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而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duration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仍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1.35–1.49×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10.2. Profiling · TND causal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大典型案例）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097280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侧用时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µs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= Task Duration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（单次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profiled run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，含采集开销，看结构与相对占用）；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侧各口与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AIC /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标量口分列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8988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/ MTE2 / MTE1 / fixpipe = 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scal_c / scal_v = AIC /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标量口（解码、循环、同步）；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vec =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向量；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cube% = 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利用率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664208"/>
            <a:ext cx="13716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1)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256+384 H4 D128    2)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2×2048 H8 D128    3)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4×2048 H4 D128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938528"/>
            <a:ext cx="13716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三档均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；数据量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3.3MB / 41.9MB / 41.9MB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（后两档同数据量、不同分段数）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2340864"/>
          <a:ext cx="13203936" cy="7351776"/>
        </p:xfrm>
        <a:graphic>
          <a:graphicData uri="http://schemas.openxmlformats.org/drawingml/2006/table">
            <a:tbl>
              <a:tblPr/>
              <a:tblGrid>
                <a:gridCol w="777240"/>
                <a:gridCol w="1234440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vec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scal_v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127.6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68128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BSND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同构：中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≤ opst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duration 1.45–1.51×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det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缺口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MTE2 +62.5 / +54.3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fixpipe +80.9 / +64.1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MAC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scalar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均不高于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。小档（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3.3MB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ours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占优：实测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1.19×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det 1.29×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ours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fixpipe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也远低于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10.3. Profiling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结论与优化优先级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33856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两条主线：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① nd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主流水「每条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pipe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都不高、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却长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1.4–1.5×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⇒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重叠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串联受限；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444752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det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的增量全部落在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MTE2 + fixpipe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（加载与写回），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不高于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极小档（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0.26–0.33MB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pipe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全空、差距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100%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在固定开销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1883664"/>
          <a:ext cx="13441680" cy="4901183"/>
        </p:xfrm>
        <a:graphic>
          <a:graphicData uri="http://schemas.openxmlformats.org/drawingml/2006/table">
            <a:tbl>
              <a:tblPr/>
              <a:tblGrid>
                <a:gridCol w="1691640"/>
                <a:gridCol w="6675120"/>
                <a:gridCol w="2103120"/>
                <a:gridCol w="2971800"/>
              </a:tblGrid>
              <a:tr h="402336">
                <a:tc>
                  <a:txBody>
                    <a:bodyPr wrap="none"/>
                    <a:lstStyle/>
                    <a:p>
                      <a:pPr algn="ctr"/>
                      <a:r>
                        <a:rPr sz="1250" b="0" u="none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观察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证据（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 / 10.2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数据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实测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median of 25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行动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1042415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（共同瓶颈）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 283.7 / 282.0 vs opst 188.4 / 194.0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1.51× / 1.45×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），但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MTE2 69.7 / 76.1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vs 62.7 / 66.6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97.8 / 102.9 vs 150.8 / 154.8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 78.1 / 75.5 vs 94.4 / 96.1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 86 / 89 vs 95 / 95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。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大同构（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 / 263.3 vs 67.2 / 177.0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，各口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≤ opst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重叠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每任务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串联受限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①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主流水重叠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round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barrier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双缓冲）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100584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增量在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加载与写回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 +62.5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194.4 vs 131.9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+80.9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261.8 vs 180.9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+54.3 / +64.1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+26.6 / +8.9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、大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+44.8 / +35.0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。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均不高于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 ——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不是算得慢，是搬得多、写得多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重复加载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/ Kᵀ / K / dY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+ fp32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原子累加与每列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cast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② BN2S2 det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引入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驻留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L0C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累积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84124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scalar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不是瓶颈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scal_c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全面低于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78.1/75.5 vs 94.4/96.1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20.9/67.4 vs 29.6/77.8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+21.0/+14.0/+0.6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实例化中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解码被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if constexpr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编译掉（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lookahead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收益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≈ 0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不是瓶颈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③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scalar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9144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极小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0.26–0.33MB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仍未占优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24.6 vs 10.4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15.0 vs 10.4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20.2 vs 8.9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14.6 vs 8.9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profiling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：全部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pipe ≤0.5µs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 0.1µs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，而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duration 22–34µs ⇒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差距全在固定开销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固定开销（启动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轮次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同步结构）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④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固定开销专项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（低优先级，暂不投入）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94944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≥0.9MB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已占优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或持平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24.8 vs 26.9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20.5 vs 20.4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3.3MB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21.3/29.9 vs 25.4/38.7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1.19×/1.29×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规模够大后固定开销摊薄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维持现状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7004304"/>
            <a:ext cx="12801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优化优先级（按收益面排序；本轮仅记录，不改代码）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7388352"/>
          <a:ext cx="13441679" cy="2816352"/>
        </p:xfrm>
        <a:graphic>
          <a:graphicData uri="http://schemas.openxmlformats.org/drawingml/2006/table">
            <a:tbl>
              <a:tblPr/>
              <a:tblGrid>
                <a:gridCol w="411480"/>
                <a:gridCol w="6766560"/>
                <a:gridCol w="3977639"/>
                <a:gridCol w="228600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依据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预期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713232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①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主流水重叠：减少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round / barrier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与每任务串联，双缓冲、加深流水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各口低于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但慢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1.45–1.51×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 86–89 vs 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同时受益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713232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BN2S2 det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驻留化：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组驻留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L0C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累积（对齐目标主流水，参照合并前的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路径）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MTE2 +54~+63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+64~+81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（中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TND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直接消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缺口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③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固定开销专项：极小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≤0.35MB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）的启动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轮次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同步裁剪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0.26–0.33MB det 2.3–2.4×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1.4–1.7×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pipe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全空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仅影响极小档，低优先级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④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scalar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专项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scal_c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低于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+0.6~+21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lookahead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削减收益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≈ 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