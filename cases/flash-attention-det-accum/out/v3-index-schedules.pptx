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1.29×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1.14× / 1.65×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1.31×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0.66×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36% / 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0.60×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vs. ops-transformer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median of 25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33272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中位数（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各自更优；下划线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vs. ops-transformer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median of 25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59568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中位数（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各自更优；下划线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10.1. Profiling · BSND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→ 41.9MB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，五档典型案例）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（单次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profiled run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，含采集开销，看结构与相对占用）；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侧各口与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标量口分列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8988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682496"/>
            <a:ext cx="1371600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2×33×77 H4/4 D64 c · 0.33MB 1×128×128 H2/2 D128 c · 0.92MB 2×200×300 H4/2 D64 c · 10.5MB 1×1024² H8 D128 nc · 41.9MB 1×4096² H4 D128 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2112264"/>
          <a:ext cx="13203936" cy="7808960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10158983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0.26 / 0.33MB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明显落后（实测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2.3–2.4×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1.4–1.7×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10.3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）：全部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≤0.5µs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仅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0.1µs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20–34µs ⇒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差距全在固定开销（启动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轮次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同步结构）。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0.92MB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起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已占优（实测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1.09×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缺口集中在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MTE2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+26.6 / +8.9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+44.8 / +35.0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1.35–1.49×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10.2. Profiling · TND causal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（单次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profiled run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，含采集开销，看结构与相对占用）；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侧各口与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标量口分列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8988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682496"/>
            <a:ext cx="1371600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256+384 H4 D128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2×2048 H8 D128 ·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4×2048 H4 D128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（均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，后两者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41.9MB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2112264"/>
          <a:ext cx="13203936" cy="7808964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10158983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BSND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同构：中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duration 1.45–1.51×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MTE2 +62.5 / +54.3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fixpipe +80.9 / +64.1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scalar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均不高于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。小档（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占优：实测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1.19×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1.29×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也远低于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10.3. Profiling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结论与优化优先级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33856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两条主线：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① nd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主流水「每条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都不高、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却长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1.4–1.5×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⇒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重叠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串联受限；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444752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det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的增量全部落在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MTE2 + fixpipe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（加载与写回），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不高于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0.26–0.33MB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pipe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全空、差距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100%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在固定开销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883664"/>
          <a:ext cx="13441680" cy="4901183"/>
        </p:xfrm>
        <a:graphic>
          <a:graphicData uri="http://schemas.openxmlformats.org/drawingml/2006/table">
            <a:tbl>
              <a:tblPr/>
              <a:tblGrid>
                <a:gridCol w="1691640"/>
                <a:gridCol w="6675120"/>
                <a:gridCol w="2103120"/>
                <a:gridCol w="2971800"/>
              </a:tblGrid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观察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 / 10.2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数据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实测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median of 25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行动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1042415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（共同瓶颈）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 283.7 / 282.0 vs opst 188.4 / 194.0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1.51× / 1.45×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），但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69.7 / 76.1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vs 62.7 / 66.6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97.8 / 102.9 vs 150.8 / 154.8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 78.1 / 75.5 vs 94.4 / 96.1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 / 89 vs 95 / 95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大同构（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 / 263.3 vs 67.2 / 177.0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，各口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≤ opst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重叠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每任务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串联受限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round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barrier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双缓冲）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100584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增量在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加载与写回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 +62.5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 vs 131.9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+80.9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 vs 180.9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+54.3 / +64.1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+26.6 / +8.9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、大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+44.8 / +35.0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均不高于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——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不是算得慢，是搬得多、写得多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重复加载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/ Kᵀ / K / dY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+ fp32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原子累加与每列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 BN2S2 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引入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84124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全面低于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78.1/75.5 vs 94.4/96.1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20.9/67.4 vs 29.6/77.8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+21.0/+14.0/+0.6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实例化中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解码被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if constexpr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编译掉（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收益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极小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仍未占优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24.6 vs 10.4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15.0 vs 10.4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20.2 vs 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14.6 vs 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profiling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：全部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≤0.5µs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0.1µs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duration 22–34µs ⇒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差距全在固定开销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固定开销（启动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同步结构）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（低优先级，暂不投入）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94944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≥0.9MB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已占优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或持平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24.8 vs 26.9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20.5 vs 20.4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3.3MB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21.3/29.9 vs 25.4/38.7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1.19×/1.29×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规模够大后固定开销摊薄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维持现状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004304"/>
            <a:ext cx="12801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优化优先级（按收益面排序；本轮仅记录，不改代码）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388352"/>
          <a:ext cx="13441679" cy="2816352"/>
        </p:xfrm>
        <a:graphic>
          <a:graphicData uri="http://schemas.openxmlformats.org/drawingml/2006/table">
            <a:tbl>
              <a:tblPr/>
              <a:tblGrid>
                <a:gridCol w="411480"/>
                <a:gridCol w="6766560"/>
                <a:gridCol w="3977639"/>
                <a:gridCol w="228600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依据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预期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主流水重叠：减少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round / barrier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与每任务串联，双缓冲、加深流水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各口低于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但慢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1.45–1.51×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86–89 vs 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同时受益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BN2S2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驻留化：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组驻留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累积（对齐目标主流水，参照合并前的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MTE2 +54~+63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+64~+81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（中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TND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直接消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缺口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固定开销专项：极小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≤0.35MB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）的启动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同步裁剪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 det 2.3–2.4×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1.4–1.7×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pipe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全空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仅影响极小档，低优先级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专项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+0.6~+21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削减收益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