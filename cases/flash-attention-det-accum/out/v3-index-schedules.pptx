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1.29×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1.14× / 1.65×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0.66×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36%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33272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5956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6420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2×33×77 H4/4 D64 causal · 0.33MB 1×128×128 H2/2 D128 causal · 0.92MB 2×200×300 H4/2 D64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3852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10.5MB 1×1024² H8 D128 non-causal · 41.9MB 1×4096² H4 D128 causal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2340864"/>
          <a:ext cx="13203936" cy="7580359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073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58983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2.3–2.4×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1.4–1.7×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6420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 ·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3852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三档均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；数据量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3.3MB / 41.9MB / 41.9MB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（后两档同数据量、不同分段数）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2340864"/>
          <a:ext cx="13203936" cy="7580364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0121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58983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median of 25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24.6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15.0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20.2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14.6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24.8 vs 26.9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20.5 vs 20.4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21.3/29.9 vs 25.4/38.7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2.3–2.4×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1.4–1.7×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