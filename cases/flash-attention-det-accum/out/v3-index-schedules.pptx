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68712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14984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：分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用时（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msprof PipeUtilization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MAC/MTE2/fixpipe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三件套；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warmup 5 + repeat 10 ·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554480"/>
            <a:ext cx="128016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A · TND causal 2×2048  H8 D128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993392"/>
          <a:ext cx="13304520" cy="1645919"/>
        </p:xfrm>
        <a:graphic>
          <a:graphicData uri="http://schemas.openxmlformats.org/drawingml/2006/table">
            <a:tbl>
              <a:tblPr/>
              <a:tblGrid>
                <a:gridCol w="160020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3913632"/>
            <a:ext cx="13350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 · BSND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2×200×300 H4/2 D64 causal ·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1×1024² H8 D128 nc · </a:t>
            </a:r>
            <a:r>
              <a:rPr sz="135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5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1×4096² H4 D128 causal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4297680"/>
          <a:ext cx="12591288" cy="3982212"/>
        </p:xfrm>
        <a:graphic>
          <a:graphicData uri="http://schemas.openxmlformats.org/drawingml/2006/table">
            <a:tbl>
              <a:tblPr/>
              <a:tblGrid>
                <a:gridCol w="566928"/>
                <a:gridCol w="141732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结论：瓶颈在哪、先优化什么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读法：先看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dur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（总时长）再看哪条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最高；比较同一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/ nd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与两仓库实现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若我们每条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都不高于对方、时长却更长，问题在重叠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/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等待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441680" cy="3401568"/>
        </p:xfrm>
        <a:graphic>
          <a:graphicData uri="http://schemas.openxmlformats.org/drawingml/2006/table">
            <a:tbl>
              <a:tblPr/>
              <a:tblGrid>
                <a:gridCol w="2377440"/>
                <a:gridCol w="1106424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证据与结论（数字见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10.1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6868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/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 91 / 263µs vs opst 67 / 177µs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1.35–1.49×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**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我们每条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都不更高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**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28 vs 15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 vs 59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34 vs 46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 vs 146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21 vs 30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 vs 78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93 / 95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仍有余量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→ **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/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**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，非吞吐受限；小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≤10µs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、时长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25–33µs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（固定开销主导，我们已持平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/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更快）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86868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的增量在加载与写回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+27µs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 vs 19.0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+45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 vs 90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fixpipe +35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 vs 145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causal MTE2 +63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+81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→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Q/Kᵀ/K/dY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fp32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主要成本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累积未用于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scalar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 vs 30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 vs 78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 vs 94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scalar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 / +14 / +21µs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编译掉；削减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lookahead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的实测收益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 →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不再投入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优化优先级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round/barrier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、每任务串联、双缓冲）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—— nd/det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把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累积引入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BN2S2 det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/scalar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053328"/>
            <a:ext cx="13898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数据留档：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.docs/scratch/tnd_causal_ab.md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（同表）；结论与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TND / BSND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两套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profiling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