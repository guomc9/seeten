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1.29×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1.14× / 1.65×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0.66×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36%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33272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5956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82496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2×33×77 H4/4 D64 c · 0.33MB 1×128×128 H2/2 D128 c · 0.92MB 2×200×300 H4/2 D64 c · 10.5MB 1×1024² H8 D128 nc · 41.9MB 1×4096² H4 D128 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2112264"/>
          <a:ext cx="13203936" cy="780896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216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10158983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2.3–2.4×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1.4–1.7×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82496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（均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，后两者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41.9MB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2112264"/>
          <a:ext cx="13203936" cy="7808964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0267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10158983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median of 25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24.6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15.0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20.2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14.6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24.8 vs 26.9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20.5 vs 20.4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21.3/29.9 vs 25.4/38.7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2.3–2.4×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1.4–1.7×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