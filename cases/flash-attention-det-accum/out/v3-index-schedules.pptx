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 / nd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核时倍率）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全矩阵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36 case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BSND 21 + TND 15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36192"/>
            <a:ext cx="1389888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806440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（无开销）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245352"/>
          <a:ext cx="6446520" cy="1097280"/>
        </p:xfrm>
        <a:graphic>
          <a:graphicData uri="http://schemas.openxmlformats.org/drawingml/2006/table">
            <a:tbl>
              <a:tblPr/>
              <a:tblGrid>
                <a:gridCol w="3017520"/>
                <a:gridCol w="1143000"/>
                <a:gridCol w="1143000"/>
                <a:gridCol w="1143000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开销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全体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7488936"/>
            <a:ext cx="67208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245352"/>
            <a:ext cx="3703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1018520" y="6647688"/>
          <a:ext cx="3337560" cy="1828800"/>
        </p:xfrm>
        <a:graphic>
          <a:graphicData uri="http://schemas.openxmlformats.org/drawingml/2006/table">
            <a:tbl>
              <a:tblPr/>
              <a:tblGrid>
                <a:gridCol w="1005840"/>
                <a:gridCol w="233172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倍率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确定性有开销（劣化）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1.20×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（全矩阵）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1.32×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（全矩阵）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10277856"/>
            <a:ext cx="10149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结论：本仓库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几何平均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1.20×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1.32×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）；全矩阵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86%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case det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变慢，确定性代价普遍存在；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侧本仓库更小。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9.2.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opst-det /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同口径确定性实现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全矩阵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36 case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达标（蓝柱），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标灰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36192"/>
            <a:ext cx="1389888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806440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最小值；比值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（目标线）；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本仓库用时超过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opst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1.25×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245352"/>
          <a:ext cx="6446520" cy="1097280"/>
        </p:xfrm>
        <a:graphic>
          <a:graphicData uri="http://schemas.openxmlformats.org/drawingml/2006/table">
            <a:tbl>
              <a:tblPr/>
              <a:tblGrid>
                <a:gridCol w="3017520"/>
                <a:gridCol w="1143000"/>
                <a:gridCol w="1143000"/>
                <a:gridCol w="1143000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全体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opst/ours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(≥0.8×)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7488936"/>
            <a:ext cx="67208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245352"/>
            <a:ext cx="3703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1018520" y="6647688"/>
          <a:ext cx="3337560" cy="2286000"/>
        </p:xfrm>
        <a:graphic>
          <a:graphicData uri="http://schemas.openxmlformats.org/drawingml/2006/table">
            <a:tbl>
              <a:tblPr/>
              <a:tblGrid>
                <a:gridCol w="1005840"/>
                <a:gridCol w="233172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 0.8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达标（蓝柱）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&lt; 0.8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本仓库更慢（灰柱）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0.74×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（全矩阵）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0.43× / 1.29×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10277856"/>
            <a:ext cx="10149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det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侧几何平均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0.74×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；达标（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≥0.8×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34%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（全体）、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24%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）、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50%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）；差距集中在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causal /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9.3.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opst-nd /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非确定性基线流水线对比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全矩阵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36 case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达标（蓝柱），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标灰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36192"/>
            <a:ext cx="1389888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806440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最小值；比值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本仓库用时超过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opst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1.25×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245352"/>
          <a:ext cx="6446520" cy="1097280"/>
        </p:xfrm>
        <a:graphic>
          <a:graphicData uri="http://schemas.openxmlformats.org/drawingml/2006/table">
            <a:tbl>
              <a:tblPr/>
              <a:tblGrid>
                <a:gridCol w="3017520"/>
                <a:gridCol w="1143000"/>
                <a:gridCol w="1143000"/>
                <a:gridCol w="1143000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全体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opst/ours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(≥0.8×)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7488936"/>
            <a:ext cx="672084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245352"/>
            <a:ext cx="3703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1018520" y="6647688"/>
          <a:ext cx="3337560" cy="2286000"/>
        </p:xfrm>
        <a:graphic>
          <a:graphicData uri="http://schemas.openxmlformats.org/drawingml/2006/table">
            <a:tbl>
              <a:tblPr/>
              <a:tblGrid>
                <a:gridCol w="1005840"/>
                <a:gridCol w="2331720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 0.8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达标（蓝柱）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&lt; 0.8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本仓库更慢（灰柱）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几何平均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0.68×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（全矩阵）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最差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0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最好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0.46× / 1.19×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10277856"/>
            <a:ext cx="10149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侧几何平均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0.68×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，达标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11%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1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1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差距是分支既有的基础流水线问题，与确定性重构无关（此前已记录）。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9.4.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全矩阵明细（核时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36 case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BSND 21 + TND 15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×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 det/nd 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参考实现无法运行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6373368" cy="3675888"/>
        </p:xfrm>
        <a:graphic>
          <a:graphicData uri="http://schemas.openxmlformats.org/drawingml/2006/table">
            <a:tbl>
              <a:tblPr/>
              <a:tblGrid>
                <a:gridCol w="2788920"/>
                <a:gridCol w="896112"/>
                <a:gridCol w="896112"/>
                <a:gridCol w="896112"/>
                <a:gridCol w="896112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b1·128×128·c·H2/2·D128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b1·128×128·nc·H2/2·D128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b2·200×300·c·H4/2·D64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b2·33×77·c·H4/4·D64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b2·333×777·c·H4/4·D64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b2·777×333·nc·H4/4·D64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b1·1024×1024·nc·H8/2·D128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5394960"/>
            <a:ext cx="6647688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60920" y="1572768"/>
          <a:ext cx="6373368" cy="3369564"/>
        </p:xfrm>
        <a:graphic>
          <a:graphicData uri="http://schemas.openxmlformats.org/drawingml/2006/table">
            <a:tbl>
              <a:tblPr/>
              <a:tblGrid>
                <a:gridCol w="2788920"/>
                <a:gridCol w="896112"/>
                <a:gridCol w="896112"/>
                <a:gridCol w="896112"/>
                <a:gridCol w="896112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b2·300×500·nc·H4/1·D64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b2·500×900·c·H6/3·D128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b2·500×900·nc·H6/3·D128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b2·777×333·nc·H6/3·D64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b1·2048×2048·c·H8/2·D128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b1·4096×4096·c·H4/4·D128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b1·4096×4096·nc·H4/4·D128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60920" y="5088636"/>
            <a:ext cx="6647688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" y="5925312"/>
          <a:ext cx="6373368" cy="2756916"/>
        </p:xfrm>
        <a:graphic>
          <a:graphicData uri="http://schemas.openxmlformats.org/drawingml/2006/table">
            <a:tbl>
              <a:tblPr/>
              <a:tblGrid>
                <a:gridCol w="2788920"/>
                <a:gridCol w="896112"/>
                <a:gridCol w="896112"/>
                <a:gridCol w="896112"/>
                <a:gridCol w="896112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256+384·c·H4/4·D128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256+384·nc·H4/4·D128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100+800/300+1300·c·H4/1·D64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100+800/300+400·nc·H4/1·D64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100+800/300+400·nc·H4/4·D64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512+1024/768+1280·c·H4/2·D128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512+1024/768+1280·nc·H4/2·D128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2×2048·c·H8/8·D128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67512" y="8828532"/>
            <a:ext cx="6647688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60920" y="5925312"/>
          <a:ext cx="6373368" cy="2450592"/>
        </p:xfrm>
        <a:graphic>
          <a:graphicData uri="http://schemas.openxmlformats.org/drawingml/2006/table">
            <a:tbl>
              <a:tblPr/>
              <a:tblGrid>
                <a:gridCol w="2788920"/>
                <a:gridCol w="896112"/>
                <a:gridCol w="896112"/>
                <a:gridCol w="896112"/>
                <a:gridCol w="896112"/>
              </a:tblGrid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2×2048·nc·H8/8·D128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2×1024·c·H8/2·D128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2×1024·nc·H8/2·D128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8×512·c·H8/8·D128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8×512·nc·H8/8·D128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1×4096·c·H4/4·D128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06324"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1×4096·nc·H4/4·D128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60920" y="8522208"/>
            <a:ext cx="6647688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0012680"/>
            <a:ext cx="138988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表内加粗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该列（口径）的全局最小值（核时越小越好）；取值均为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