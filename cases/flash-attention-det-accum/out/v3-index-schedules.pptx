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6871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14984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81328"/>
            <a:ext cx="135331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2×200×300 H4/2 D64 causal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1×1024² H8 D128 nc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1×4096² H4 D128 causal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5852160"/>
        </p:xfrm>
        <a:graphic>
          <a:graphicData uri="http://schemas.openxmlformats.org/drawingml/2006/table">
            <a:tbl>
              <a:tblPr/>
              <a:tblGrid>
                <a:gridCol w="566928"/>
                <a:gridCol w="1353312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973568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读法：先比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，再看哪条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最高。中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case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+26.6 / +8.9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+44.8 / +35.0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case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全部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 10µs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已快于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25.4 / 32.3 vs 28.4 / 33.5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81328"/>
            <a:ext cx="135331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（均为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5852160"/>
        </p:xfrm>
        <a:graphic>
          <a:graphicData uri="http://schemas.openxmlformats.org/drawingml/2006/table">
            <a:tbl>
              <a:tblPr/>
              <a:tblGrid>
                <a:gridCol w="566928"/>
                <a:gridCol w="1353312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973568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case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 1.45–1.51×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case 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全面占优（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27.0 vs 33.2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39.3 vs 45.7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反而更高）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17904"/>
          <a:ext cx="13441680" cy="3639312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表内数字，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µs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96012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 283.7 / 282.0 vs opst 188.4 / 194.0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双缓冲、加深流水）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7724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≤10µs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 25–46µs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（固定开销主导）：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27.0 / 39.3 vs opst 33.2 / 45.7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25.4 / 32.3 vs opst 28.4 / 33.5 ——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四组全部快于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59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815583"/>
          <a:ext cx="13441679" cy="1920240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