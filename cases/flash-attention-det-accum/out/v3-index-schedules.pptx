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 u="none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 u="none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 u="non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1.29×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1.14× / 1.65×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1.25×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0.66×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36%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601968" cy="3364992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601968" cy="4206240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601968" cy="475487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601968" cy="3056706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性能对比：非确定性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非确定性（大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加粗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下划线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（达标）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 u="none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 u="none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601968" cy="3364984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601968" cy="2944361"/>
        </p:xfrm>
        <a:graphic>
          <a:graphicData uri="http://schemas.openxmlformats.org/drawingml/2006/table">
            <a:tbl>
              <a:tblPr/>
              <a:tblGrid>
                <a:gridCol w="475488"/>
                <a:gridCol w="3310128"/>
                <a:gridCol w="932688"/>
                <a:gridCol w="932688"/>
                <a:gridCol w="95097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0.63×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0.60×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33272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vs. ops-transformer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median of 25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causal / non-causal)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non-causal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476.9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sng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5956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中位数（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各自更优；下划线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ratio ≥ 0.8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6420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1) 0.26MB 2×33×77 H4/4 D64 causal    2) 0.33MB 1×128×128 H2/2 D128 causal    3) 0.92MB 2×200×300 H4/2 D64 causal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3852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4) 10.5MB 1×1024² H8 D128 non-causal    5) 41.9MB 1×4096² H4 D128 causal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2340864"/>
          <a:ext cx="13203936" cy="7351760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93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6812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2.3–2.4×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1.4–1.7×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097280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（单次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profiled run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，含采集开销，看结构与相对占用）；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侧各口与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标量口分列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8988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66420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1)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    2)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   3) </a:t>
            </a:r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3852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三档均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；数据量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3.3MB / 41.9MB / 41.9MB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（后两档同数据量、不同分段数）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2340864"/>
          <a:ext cx="13203936" cy="7351776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8216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6812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1.29×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 u="none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 u="none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 u="none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 u="none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 u="none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median of 25</a:t>
                      </a:r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24.6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15.0 vs 10.4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20.2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14.6 vs 8.9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24.8 vs 26.9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20.5 vs 20.4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21.3/29.9 vs 25.4/38.7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1.19×/1.29×</a:t>
                      </a:r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 u="none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2.3–2.4×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1.4–1.7×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 u="none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 u="none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