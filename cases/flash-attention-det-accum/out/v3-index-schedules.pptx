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（无开销）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3716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倍率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确定性有开销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1.30× / 1.09×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573767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1.30×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1.09×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1.13× / 1.70×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（无开销）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3716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倍率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确定性有开销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1.17× / 1.24×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573767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1.17×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1.24×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（无开销）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3716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倍率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确定性有开销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1.32× / 1.14×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573767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1.32×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1.14×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1.13×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本仓库用时超过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1.25×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0.64× / 1.10×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 / 100%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本仓库用时超过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1.25×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0.76× / 0.67×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 / 0%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0.76×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27% / 0%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本仓库用时超过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1.25×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0.57× / 0.58×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 / 0%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0.58×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0.73× / 0.71×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 / 29%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）；差距来自既有主流水，与确定性重构无关。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0.69× / 0.63×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 / 17%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）；差距来自既有主流水，与确定性重构无关。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499616"/>
            <a:ext cx="13898880" cy="5532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4146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525512"/>
          <a:ext cx="5760720" cy="1536192"/>
        </p:xfrm>
        <a:graphic>
          <a:graphicData uri="http://schemas.openxmlformats.org/drawingml/2006/table">
            <a:tbl>
              <a:tblPr/>
              <a:tblGrid>
                <a:gridCol w="2926080"/>
                <a:gridCol w="1417320"/>
                <a:gridCol w="14173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 ·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208008"/>
            <a:ext cx="60350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7525512"/>
            <a:ext cx="7178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7927848"/>
          <a:ext cx="6812279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557784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/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0.64× / 0.59×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 / 0%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866376"/>
            <a:ext cx="1389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0.59×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）；差距来自既有主流水，与确定性重构无关。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36 case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BSND 21 + TND 15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×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6373368" cy="3675888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b1·128×128·nc·H2/2·D128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b2·200×300·c·H4/2·D64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b2·33×77·c·H4/4·D64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b2·333×777·c·H4/4·D64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5394960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60920" y="1572768"/>
          <a:ext cx="6373368" cy="3369564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b2·500×900·nc·H6/3·D128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b2·777×333·nc·H6/3·D64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60920" y="5088636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" y="5925312"/>
          <a:ext cx="6373368" cy="2756916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100+800/300+1300·c·H4/1·D64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512+1024/768+1280·nc·H4/2·D128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" y="8828532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60920" y="5925312"/>
          <a:ext cx="6373368" cy="2450592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60920" y="8522208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0012680"/>
            <a:ext cx="13898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表内加粗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该列（口径）的全局最小值（核时越小越好）；取值均为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