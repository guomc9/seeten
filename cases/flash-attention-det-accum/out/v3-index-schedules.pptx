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809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492239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059167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059167"/>
          <a:ext cx="6537960" cy="378561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1.13× / 1.70×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67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2926072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198863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688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735823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735823"/>
          <a:ext cx="6537960" cy="168249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601199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1.18×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1.28×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0.76×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27%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103115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765792"/>
            <a:ext cx="6537960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0.66×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103115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765792"/>
            <a:ext cx="6537960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21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6592824" cy="7900416"/>
        </p:xfrm>
        <a:graphic>
          <a:graphicData uri="http://schemas.openxmlformats.org/drawingml/2006/table">
            <a:tbl>
              <a:tblPr/>
              <a:tblGrid>
                <a:gridCol w="3154680"/>
                <a:gridCol w="859536"/>
                <a:gridCol w="859536"/>
                <a:gridCol w="859536"/>
                <a:gridCol w="859536"/>
              </a:tblGrid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b1·128×128·nc·H2/2·D128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b2·200×300·c·H4/2·D64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b2·33×77·c·H4/4·D64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b2·333×777·c·H4/4·D64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9619488"/>
            <a:ext cx="686714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34072" y="1572768"/>
          <a:ext cx="6592824" cy="7242048"/>
        </p:xfrm>
        <a:graphic>
          <a:graphicData uri="http://schemas.openxmlformats.org/drawingml/2006/table">
            <a:tbl>
              <a:tblPr/>
              <a:tblGrid>
                <a:gridCol w="3154680"/>
                <a:gridCol w="859536"/>
                <a:gridCol w="859536"/>
                <a:gridCol w="859536"/>
                <a:gridCol w="859536"/>
              </a:tblGrid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b2·500×900·nc·H6/3·D128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b2·777×333·nc·H6/3·D64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34072" y="8961120"/>
            <a:ext cx="686714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10314432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15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6592824" cy="5925312"/>
        </p:xfrm>
        <a:graphic>
          <a:graphicData uri="http://schemas.openxmlformats.org/drawingml/2006/table">
            <a:tbl>
              <a:tblPr/>
              <a:tblGrid>
                <a:gridCol w="3154680"/>
                <a:gridCol w="859536"/>
                <a:gridCol w="859536"/>
                <a:gridCol w="859536"/>
                <a:gridCol w="859536"/>
              </a:tblGrid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100+800/300+1300·c·H4/1·D64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512+1024/768+1280·nc·H4/2·D128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7644383"/>
            <a:ext cx="686714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34072" y="1572768"/>
          <a:ext cx="6592824" cy="5266944"/>
        </p:xfrm>
        <a:graphic>
          <a:graphicData uri="http://schemas.openxmlformats.org/drawingml/2006/table">
            <a:tbl>
              <a:tblPr/>
              <a:tblGrid>
                <a:gridCol w="3154680"/>
                <a:gridCol w="859536"/>
                <a:gridCol w="859536"/>
                <a:gridCol w="859536"/>
                <a:gridCol w="859536"/>
              </a:tblGrid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4×2048·c·H4/4·D128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34072" y="6986016"/>
            <a:ext cx="686714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8339327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