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168249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601199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1.13×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103115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765792"/>
            <a:ext cx="6537960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0.58×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103115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765792"/>
            <a:ext cx="6537960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592824" cy="7900416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9619488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34072" y="1572768"/>
          <a:ext cx="6592824" cy="7242048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34072" y="8961120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031443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15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592824" cy="5925312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7644383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34072" y="1572768"/>
          <a:ext cx="6592824" cy="5266944"/>
        </p:xfrm>
        <a:graphic>
          <a:graphicData uri="http://schemas.openxmlformats.org/drawingml/2006/table">
            <a:tbl>
              <a:tblPr/>
              <a:tblGrid>
                <a:gridCol w="3154680"/>
                <a:gridCol w="859536"/>
                <a:gridCol w="859536"/>
                <a:gridCol w="859536"/>
                <a:gridCol w="859536"/>
              </a:tblGrid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96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34072" y="6986016"/>
            <a:ext cx="686714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8339327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