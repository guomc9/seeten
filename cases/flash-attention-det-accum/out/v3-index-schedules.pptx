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vs. ops-transformer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68712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vs. ops-transformer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14984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→ 41.9MB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，五档典型案例）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52144"/>
            <a:ext cx="138988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609344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2×33×77 H4/4 D64 c · 0.33MB 1×128×128 H2/2 D128 c · 0.92MB 2×200×300 H4/2 D64 c · 10.5MB 1×1024² H8 D128 nc · 41.9MB 1×4096² H4 D128 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2066543"/>
          <a:ext cx="13203936" cy="7854679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10158984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0.26 / 0.33MB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明显落后（实测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2.3×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1.4–1.6×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10.3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）：全部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≤0.5µs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仅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0.1µs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20–34µs ⇒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差距全在固定开销（启动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轮次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同步结构）。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0.92MB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起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已占优（实测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1.05×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+26.6 / +8.9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+44.8 / +35.0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52144"/>
            <a:ext cx="138988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609344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·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（均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，后两者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41.9MB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2066543"/>
          <a:ext cx="13203936" cy="7854696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10158984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duration 1.45–1.51×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。小档（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占优：实测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1.19×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1.27×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也远低于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33856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44752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0.26–0.33MB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pipe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全空、差距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100%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在固定开销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4901183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实测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min-of-25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1042415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 283.7 / 282.0 vs opst 188.4 / 194.0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100584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原子累加与每列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412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极小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仍未占优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23.5 vs 10.1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14.5 vs 10.2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19.1 vs 8.5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13.9 vs 8.6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profiling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：全部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≤0.5µs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0.1µs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duration 22–34µs ⇒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差距全在固定开销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固定开销（启动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同步结构）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（低优先级，暂不投入）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94944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≥0.9MB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或持平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23.9 vs 25.0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19.8 vs 19.1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3.3MB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27.0/39.3 vs 33.2/45.7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1.19×/1.27×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规模够大后固定开销摊薄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004304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388352"/>
          <a:ext cx="13441679" cy="2816352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固定开销专项：极小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≤0.35MB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）的启动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同步裁剪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 det 2.3×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1.4–1.6×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pipe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全空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仅影响极小档，低优先级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