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 / nd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核时倍率）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本仓库：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v3-det / v3-nd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（基线）；参考仓库：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opst-det / opst-nd · causal BSND H8 D128 ·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12648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口径，非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583680"/>
          <a:ext cx="9281160" cy="1152144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882128"/>
            <a:ext cx="95554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658368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195560" y="6986016"/>
          <a:ext cx="4297680" cy="2048256"/>
        </p:xfrm>
        <a:graphic>
          <a:graphicData uri="http://schemas.openxmlformats.org/drawingml/2006/table">
            <a:tbl>
              <a:tblPr/>
              <a:tblGrid>
                <a:gridCol w="1143000"/>
                <a:gridCol w="3154680"/>
              </a:tblGrid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确定性更慢（劣化）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1.05–1.22×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随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增大收敛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1.11–1.98×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劣化近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结论：本仓库的确定性开销明显更小（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1.05–1.22×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），且随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增大而收敛；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的确定性劣化在大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上接近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2×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opst-det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同口径确定性实现对比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causal BSND H8 D128 ·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12648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中位数；比值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&lt;1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本仓库更慢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583680"/>
          <a:ext cx="9281160" cy="1152144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2327.3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5286.7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9834.3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5444.3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11976.0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882128"/>
            <a:ext cx="95554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658368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195560" y="6986016"/>
          <a:ext cx="4297680" cy="2048256"/>
        </p:xfrm>
        <a:graphic>
          <a:graphicData uri="http://schemas.openxmlformats.org/drawingml/2006/table">
            <a:tbl>
              <a:tblPr/>
              <a:tblGrid>
                <a:gridCol w="1143000"/>
                <a:gridCol w="3154680"/>
              </a:tblGrid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本仓库更快（蓝柱）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&lt;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本仓库更慢（灰柱）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现状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慢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1.35–1.55×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快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3–18%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的确定性实现更快；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b4/b8_s4096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b4_s8192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三个大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上本仓库反超（最多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18%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opst-nd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非确定性路径对比（基线口径）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causal BSND H8 D128 ·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12648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中位数；比值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&lt;1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本仓库更慢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583680"/>
          <a:ext cx="9281160" cy="1152144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1087.5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2416.5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8703.9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6055.6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882128"/>
            <a:ext cx="95554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658368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195560" y="6986016"/>
          <a:ext cx="4297680" cy="2048256"/>
        </p:xfrm>
        <a:graphic>
          <a:graphicData uri="http://schemas.openxmlformats.org/drawingml/2006/table">
            <a:tbl>
              <a:tblPr/>
              <a:tblGrid>
                <a:gridCol w="1143000"/>
                <a:gridCol w="3154680"/>
              </a:tblGrid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&lt;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全面慢于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1.19–1.47×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（既有问题）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非确定路径差距与本重构无关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结论：非确定路径上本仓库整体慢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 1.19–1.47×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这是分支既有的基础流水线差距，与本次确定性重构无关。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