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0.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总览：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种任务索引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同一个问题：给定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(round, core)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，这一轮这条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该算哪一块？八种规则给出八种分派方式。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9052560" cy="4626864"/>
        </p:xfrm>
        <a:graphic>
          <a:graphicData uri="http://schemas.openxmlformats.org/drawingml/2006/table">
            <a:tbl>
              <a:tblPr/>
              <a:tblGrid>
                <a:gridCol w="2212848"/>
                <a:gridCol w="1097280"/>
                <a:gridCol w="1097280"/>
                <a:gridCol w="1280160"/>
                <a:gridCol w="822960"/>
                <a:gridCol w="822960"/>
                <a:gridCol w="1719072"/>
              </a:tblGrid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layout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MHA/GQA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低位先走哪个轴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 Dense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 Dense Index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3. Causal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fold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 Left-Up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列（同方形）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 GQA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（切片）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 TND Dense Swizzle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本批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7. TND GQA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展平索引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 TND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段内索引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6510528"/>
            <a:ext cx="1389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所有规则都是纯算术：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(round, core)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一确定，结果就唯一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这就是确定性的来源。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876288"/>
            <a:ext cx="90525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表中「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causal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」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本页例子的形状；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GQA / TND-GQA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由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epilogue mask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7223760"/>
            <a:ext cx="118872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怎么读后面的例子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7699248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页先认公用的轴遍历顺序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 → n2 → s2 → s1 → d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，以及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dS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的一列怎么变成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dK/dV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8083296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算法页：伪代码讲逻辑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任务矩阵（行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round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为什么这样分。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8467344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例子页：网格纵轴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，格内写「哪条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/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第几轮」；灰格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这一轮这条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空闲。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851392"/>
            <a:ext cx="90525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颜色只编码两个轴：颜色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哪个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，同一个颜色的深浅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第几条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列（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不参与配色。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104120" y="1975104"/>
          <a:ext cx="4572000" cy="2816352"/>
        </p:xfrm>
        <a:graphic>
          <a:graphicData uri="http://schemas.openxmlformats.org/drawingml/2006/table">
            <a:tbl>
              <a:tblPr/>
              <a:tblGrid>
                <a:gridCol w="960120"/>
                <a:gridCol w="3611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记号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head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里的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Q head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Q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head dim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tile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内不切分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104120" y="5138928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每个例子都满足的三条不变量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104120" y="5541264"/>
          <a:ext cx="4572000" cy="1901952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不变量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每个块只被派给一个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(round, core)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各核这一轮写的输出块互不相同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类：一条列只归一条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104120" y="7717536"/>
            <a:ext cx="49377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八种规则归成四条路线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104120" y="8119871"/>
          <a:ext cx="4572000" cy="2194560"/>
        </p:xfrm>
        <a:graphic>
          <a:graphicData uri="http://schemas.openxmlformats.org/drawingml/2006/table">
            <a:tbl>
              <a:tblPr/>
              <a:tblGrid>
                <a:gridCol w="1508760"/>
                <a:gridCol w="3063240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路线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用它的规则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 Dense Swizzle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 Left-Up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 TND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切片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gcd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修正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 GQA Dense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（核数不受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块数限制）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按面积展平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 TND GQA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（变长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，不分列）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左上分解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段拼合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 TND Causal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（变长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，共享累加）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轴遍历顺序与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八种规则共用同一个铺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的顺序：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外层慢、内层快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。先认这个顺序，后面的分派才看得懂。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最外层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13432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n2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KV head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82112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7016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25696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列内逐行走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1591056"/>
            <a:ext cx="329184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44184" y="1408176"/>
            <a:ext cx="8229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883664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内最内层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12848"/>
            <a:ext cx="768096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低位先走内层轴：同一轮里各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拿到连续的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，落在相邻的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96896"/>
            <a:ext cx="29260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task id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铺开的顺序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54480" y="3017520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</a:tbl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1133856" y="3017520"/>
            <a:ext cx="0" cy="2066544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904" y="3913631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596896"/>
            <a:ext cx="29260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分派：颜色</a:t>
            </a:r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94960" y="3017520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554480" y="5724144"/>
            <a:ext cx="5486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③ dS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的一列</a:t>
            </a:r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→ dK/dV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的一行（同一个</a:t>
            </a:r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554480" y="6144768"/>
          <a:ext cx="2487168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645152" y="6144768"/>
          <a:ext cx="1243584" cy="2487168"/>
        </p:xfrm>
        <a:graphic>
          <a:graphicData uri="http://schemas.openxmlformats.org/drawingml/2006/table">
            <a:tbl>
              <a:tblPr/>
              <a:tblGrid>
                <a:gridCol w="621792"/>
                <a:gridCol w="621792"/>
              </a:tblGrid>
              <a:tr h="62179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DF0F5"/>
                    </a:solidFill>
                  </a:tcPr>
                </a:tc>
              </a:tr>
              <a:tr h="62179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cxnSp>
        <p:nvCxnSpPr>
          <p:cNvPr id="28" name="Connector 27"/>
          <p:cNvCxnSpPr/>
          <p:nvPr/>
        </p:nvCxnSpPr>
        <p:spPr>
          <a:xfrm>
            <a:off x="4114800" y="8321040"/>
            <a:ext cx="457200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0" y="6236207"/>
            <a:ext cx="2011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dS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的每一列（固定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走完所有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）累加成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dK/dV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的一行。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所以这一列必须由同一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顺序算完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
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这就是「列私有」。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D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方向不切分，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
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所以只画一格。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463040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810512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低位走内层轴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拿到连续的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103120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落在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相邻的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（或相邻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395728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轮内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不变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它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守着同一条列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688336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列内把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走一遍，这才是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单核顺序累加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80944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出现在多条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里，是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不同轮、不同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273552"/>
            <a:ext cx="48920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同一条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内部它始终是同一列连续多轮。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91363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9692640" y="4315968"/>
          <a:ext cx="4800600" cy="1737360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692640" y="641908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展开（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个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9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个块）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9692640" y="6821424"/>
          <a:ext cx="4800600" cy="3657600"/>
        </p:xfrm>
        <a:graphic>
          <a:graphicData uri="http://schemas.openxmlformats.org/drawingml/2006/table">
            <a:tbl>
              <a:tblPr/>
              <a:tblGrid>
                <a:gridCol w="1051560"/>
                <a:gridCol w="640080"/>
                <a:gridCol w="777240"/>
                <a:gridCol w="822960"/>
                <a:gridCol w="822960"/>
                <a:gridCol w="68580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task id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后面每种规则，只是把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低位先走哪个轴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换一下；换法不同，就得到不同的分派与不同的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分布。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①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里的数字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task id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顺序；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②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颜色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，格内写第几轮算它。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③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列私有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的理由：一个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dK/dV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由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dS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的一整列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累加而来。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：列私有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swizzle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78028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1876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6972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(j-1)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每个 m 轮跨度内不变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S2 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/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列走完才换 batch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(第几列-1 + r-1) % m + 1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列内 S1 每轮往下走一行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3954780"/>
          <a:ext cx="8522206" cy="4572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8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9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801100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913028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低位是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同一轮里相邻的核落在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相邻两列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上；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40460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轮内不变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守死一条列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，列内把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走一遍。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967892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出现在多条核上，是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/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不同轮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 Swizzle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还是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Dense Index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7114032"/>
          <a:ext cx="4297680" cy="2377440"/>
        </p:xfrm>
        <a:graphic>
          <a:graphicData uri="http://schemas.openxmlformats.org/drawingml/2006/table">
            <a:tbl>
              <a:tblPr/>
              <a:tblGrid>
                <a:gridCol w="1207008"/>
                <a:gridCol w="3090672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两条规则的区别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  ·   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同一轮各核落在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：同一个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的不同列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：同一条列的不同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什么时候选它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：核数不多，一条核守死一条列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：核数超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块数时用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 ★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低位走列：同一轮里各核是同一个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的不同列；一条核守死一条列，列内把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走完。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把任务矩阵摊到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S1×S2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平面上：纵轴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；颜色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batch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，同一个颜色的深浅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列，格内是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与轮次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80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  <a:gridCol w="5994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2011680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低位走列：同一轮里各核是同一个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的不同列；一条核守死一条列，列内把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走完。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一行三格深浅不同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列；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不配色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，所以行内颜色一致。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各包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条列，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9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轮把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18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个块铺满。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：先分批再分列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·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&gt;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78028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1876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6972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3784" y="1444752"/>
            <a:ext cx="143738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核数 &gt; S1 块数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k=4, S1 块数 m=2, S2 块数 n=2,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j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1 起算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% b，得 0 时取 b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B（与上一页相反）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b)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((第几列-1) % m + (r-1) % m) % m + 1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3954780"/>
          <a:ext cx="8522204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1867661"/>
                <a:gridCol w="1867661"/>
                <a:gridCol w="1867661"/>
                <a:gridCol w="1867661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5600700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92988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低位换成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同一轮各核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分属不同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撞不到一起；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620420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核数可以超过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，代价是列私有要靠切片保证。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 Swizzle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还是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Dense Index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7114032"/>
          <a:ext cx="4297680" cy="2377440"/>
        </p:xfrm>
        <a:graphic>
          <a:graphicData uri="http://schemas.openxmlformats.org/drawingml/2006/table">
            <a:tbl>
              <a:tblPr/>
              <a:tblGrid>
                <a:gridCol w="1207008"/>
                <a:gridCol w="3090672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两条规则的区别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低位先走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  ·   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同一轮各核落在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：同一个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的不同列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：同一条列的不同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什么时候选它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：核数不多，一条核守死一条列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Index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：核数超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块数时用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 ★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6771132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67512" y="7173468"/>
          <a:ext cx="8778240" cy="182880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低位走批：同一轮里各核分属不同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，多出来的核用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维度消化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同一个块集（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batch x 2x2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块）换成本页规则，只用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轮就铺满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2011680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48640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888736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973568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8375904"/>
          <a:ext cx="4800600" cy="1463040"/>
        </p:xfrm>
        <a:graphic>
          <a:graphicData uri="http://schemas.openxmlformats.org/drawingml/2006/table">
            <a:tbl>
              <a:tblPr/>
              <a:tblGrid>
                <a:gridCol w="960120"/>
                <a:gridCol w="1920240"/>
                <a:gridCol w="19202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低位走批：同一轮里各核分属不同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，多出来的核用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维度消化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4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条核各守一条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 S2)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列，每块只落在一条核上。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对比上一页：同轮各核从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的不同列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变成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同一条列的不同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4a.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虚拟列与虚拟行：折叠出来的坐标系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折叠把两个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的三角拼成一个满矩形；矩形里的行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列不属于任何单个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，所以叫虚拟行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虚拟列。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2834640"/>
          <a:ext cx="219456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2414016"/>
            <a:ext cx="2194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B=1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的三角（真实坐标）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19272" y="2834640"/>
          <a:ext cx="219456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55848" y="2414016"/>
            <a:ext cx="2194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B=2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的三角（真实坐标）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23560" y="4069080"/>
            <a:ext cx="411480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2834640"/>
          <a:ext cx="3017520" cy="2414016"/>
        </p:xfrm>
        <a:graphic>
          <a:graphicData uri="http://schemas.openxmlformats.org/drawingml/2006/table">
            <a:tbl>
              <a:tblPr/>
              <a:tblGrid>
                <a:gridCol w="603504"/>
                <a:gridCol w="603504"/>
                <a:gridCol w="603504"/>
                <a:gridCol w="603504"/>
                <a:gridCol w="603504"/>
              </a:tblGrid>
              <a:tr h="603504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60350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63056" y="2414016"/>
            <a:ext cx="30175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③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拼成满矩形：</a:t>
            </a:r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 </a:t>
            </a:r>
            <a:r>
              <a:rPr sz="14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条虚拟列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852160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每条虚拟列由哪些格拼出来（对照一行普通列）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" y="6254496"/>
          <a:ext cx="8778240" cy="2523744"/>
        </p:xfrm>
        <a:graphic>
          <a:graphicData uri="http://schemas.openxmlformats.org/drawingml/2006/table">
            <a:tbl>
              <a:tblPr/>
              <a:tblGrid>
                <a:gridCol w="1783080"/>
                <a:gridCol w="3154680"/>
                <a:gridCol w="1463040"/>
                <a:gridCol w="237744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一条列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由哪些格组成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跨几个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要几个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buffer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普通列（对照）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格全是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S2=2) + 1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(B=1 S2=3) + 2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格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普通列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虚拟列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的区别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692640" y="2779776"/>
          <a:ext cx="4800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60020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普通的列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坐标是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真实坐标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(B, S1, S2)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折叠矩形里的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虚拟坐标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一条上面有几个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只有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可能跨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守它时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只往一个输出块累加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可能同时往两个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的输出块累加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长度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一个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或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矩形的高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宽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692640" y="539496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虚拟行又是什么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92640" y="5797296"/>
          <a:ext cx="4800599" cy="1901952"/>
        </p:xfrm>
        <a:graphic>
          <a:graphicData uri="http://schemas.openxmlformats.org/drawingml/2006/table">
            <a:tbl>
              <a:tblPr/>
              <a:tblGrid>
                <a:gridCol w="1874519"/>
                <a:gridCol w="292608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折叠矩形里的行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不是某个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左上对齐（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&gt; S2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：多出来的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行装配对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的镜像格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整个虚拟矩形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都派活、零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；折叠只覆盖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区，不用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692640" y="797356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两条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规则各折成什么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92640" y="8375904"/>
          <a:ext cx="4800600" cy="1591055"/>
        </p:xfrm>
        <a:graphic>
          <a:graphicData uri="http://schemas.openxmlformats.org/drawingml/2006/table">
            <a:tbl>
              <a:tblPr/>
              <a:tblGrid>
                <a:gridCol w="2148840"/>
                <a:gridCol w="2651760"/>
              </a:tblGrid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折叠出来的矩形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= S2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虚拟宽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n+1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：两个三角正好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凑满，没有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&gt; S2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：多出来的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行是镜像格，同样零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idle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7512" y="9436608"/>
            <a:ext cx="8869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虚拟列是折叠的产物：核按虚拟列分派，同一列的格子可能落在两个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普通列只属于一个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；跨两个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的虚拟列要</a:t>
            </a:r>
            <a:r>
              <a:rPr sz="15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两个累加</a:t>
            </a:r>
            <a:r>
              <a:rPr sz="15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（只跨一个的仍只要一个）。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折回真实坐标时</a:t>
            </a:r>
            <a:r>
              <a:rPr sz="15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行列会翻转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（右上那片三角），所以格内写它最终落到哪一块。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：因果折叠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51993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causal（方形）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1524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6620" y="1444752"/>
            <a:ext cx="183362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8262" y="1444752"/>
            <a:ext cx="255016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可达性 ↪ 仅 Left-Up 内部委托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2048255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1 步：把相邻两个 batch 折成一个虚拟矩形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虚拟宽 = n+1 = 4 列,  虚拟高 = m = 3 行,  虚拟 batch 数 = b/2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2 步：在虚拟矩形里按“列私有”规则取 task（同 Dense Swizzle）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3 步：把虚拟坐标折回真实坐标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虚拟行 &gt;= 虚拟列+1: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右上三角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    batch = 2*虚拟批; 行 = m+1-虚拟行; 列 = 2n-m-虚拟列+2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batch = 2*虚拟批-1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左下三角，行列照抄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4169663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7644383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97356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把两个相邻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的三角拼成一个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 x (n+1)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的满矩形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在矩形里照排；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824788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奇数列用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parity-0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、偶数列用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parity-1 buffer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一条核在两个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间来回切。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852220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矩形是满的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没有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、也不用打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。（它只作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Left-Up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的内部委托，不单独被选中）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先看下面的虚拟矩形（两个三角拼成的满矩形），再对照上面两张真实的块图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715000"/>
          <a:ext cx="4800600" cy="2267712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294376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。（它只作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Left-Up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的内部委托，不单独被选中）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同一个格子在两张真实图上各出现一次（颜色不同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causal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区外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（打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，不加）；一条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间来回切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每核要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：左上对齐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173456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causal（S1 = S2）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6154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1250" y="1444752"/>
            <a:ext cx="217703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 = S2 时 委托方形折叠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6300" y="1444752"/>
            <a:ext cx="183362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7942" y="1444752"/>
            <a:ext cx="243789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可达性 ★ 偶 batch 且 S1 = S2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847088"/>
            <a:ext cx="8778240" cy="16184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m &lt;= n: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本例 3 &lt;= 3 成立 → 走这一支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直接套用 Causal Swizzle（方形折叠，见 4 节）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虚拟宽 = n+1 = 4 列,  虚拟高 = m = 3 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折回真实坐标、列内走完 S1 —— 与 4 节同一套公式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(S1 更长, 虚拟高 = 2m-n+1):  才启用左上几何（见 5b 页）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" y="3739896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" y="7214616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7543800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本例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= S2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 &lt;= n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，不启用左上几何；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7818120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所以分派结果和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节完全一样：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虚拟宽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n+1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、不用打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本例是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S1=S2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8385048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" y="8787384"/>
          <a:ext cx="877824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时它不做自己的几何：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，结果与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节一致。（选择器：偶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且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= S2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才选它）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形状与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节相同（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），因为这一支就是委托方形折叠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对照两页可以确认结果一致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715000"/>
          <a:ext cx="4800600" cy="2267712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294376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S2=3)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时它不做自己的几何：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直接委托给方形折叠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，结果与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节一致。（选择器：偶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且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= S2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才选它）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 S1, S2)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集合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，与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节的例子逐格相同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委托就是这条路。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区别只在调度器怎么选：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时它可能落到这条规则上，再走进方形折叠。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5b. Left-Up Causal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非方形例子（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 4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· S2 3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上一页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= S2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，走的是委托的方形折叠；这一页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&gt; S2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，才是它自己的几何：虚拟高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2m-n+1 = 6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115568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u="none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⚠ </a:t>
            </a:r>
            <a:r>
              <a:rPr sz="1350" b="0" u="none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选择器不会走这一支：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389888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u="none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S1 &gt; S2 </a:t>
            </a:r>
            <a:r>
              <a:rPr sz="1350" b="0" u="none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50" b="0" u="none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350" b="0" u="none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用</a:t>
            </a:r>
            <a:r>
              <a:rPr sz="1350" b="0" u="none">
                <a:solidFill>
                  <a:srgbClr val="D83931"/>
                </a:solidFill>
                <a:latin typeface="Times New Roman"/>
                <a:ea typeface="Noto Sans SC"/>
                <a:cs typeface="Noto Sans SC"/>
              </a:rPr>
              <a:t> dense + mask</a:t>
            </a:r>
            <a:r>
              <a:rPr sz="1350" b="0" u="none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1664207"/>
            <a:ext cx="4937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u="none">
                <a:solidFill>
                  <a:srgbClr val="D83931"/>
                </a:solidFill>
                <a:latin typeface="Noto Sans SC"/>
                <a:ea typeface="Noto Sans SC"/>
                <a:cs typeface="Noto Sans SC"/>
              </a:rPr>
              <a:t>本页只解释该算法的几何。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20240" y="2103120"/>
          <a:ext cx="2340864" cy="2926080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8521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56816" y="1682495"/>
            <a:ext cx="23408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2103120"/>
          <a:ext cx="2340864" cy="2926080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8521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58521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17336" y="1682495"/>
            <a:ext cx="23408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98448" y="2103120"/>
            <a:ext cx="0" cy="257495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9496" y="3253435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23560"/>
          <a:ext cx="2340864" cy="3712463"/>
        </p:xfrm>
        <a:graphic>
          <a:graphicData uri="http://schemas.openxmlformats.org/drawingml/2006/table">
            <a:tbl>
              <a:tblPr/>
              <a:tblGrid>
                <a:gridCol w="585216"/>
                <a:gridCol w="585216"/>
                <a:gridCol w="585216"/>
                <a:gridCol w="585216"/>
              </a:tblGrid>
              <a:tr h="530352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0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45720" marR="4572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56816" y="5202936"/>
            <a:ext cx="38404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92640" y="5486400"/>
          <a:ext cx="4800600" cy="1536192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S2=3)  (B=2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692640" y="7370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92640" y="7772400"/>
          <a:ext cx="4800600" cy="2304288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虚拟高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2m-n+1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每核负责的真实列数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7512" y="9528048"/>
            <a:ext cx="8869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形状一变，折叠几何跟着变：虚拟高从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变成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2m-n+1 = 6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，但规则本身没变。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每个核守一条虚拟列，落到真实坐标上就是</a:t>
            </a:r>
            <a:r>
              <a:rPr sz="15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5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各一条</a:t>
            </a:r>
            <a:r>
              <a:rPr sz="15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5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3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x 6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18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个槽位，正好铺满因果区的</a:t>
            </a:r>
            <a:r>
              <a:rPr sz="15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18 </a:t>
            </a:r>
            <a:r>
              <a:rPr sz="15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：任务切片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1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36804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3572" y="1444752"/>
            <a:ext cx="218694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causal（epilogue mask）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8528" y="1444752"/>
            <a:ext cx="73075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GQA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7302" y="1444752"/>
            <a:ext cx="18831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47802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m=2, S2 块数 n=2, batch 数 b=1, g=2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每条核要跑几轮: R = max(ceil(b*n*g/k), ceil(n/m), g) = 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(j-1)*R + ceil(r/m)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core j 独占 R 个连续 task id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批 = ceil( (task id % (b*g) 或取满) / g 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(b*g))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task id % g，得 0 时取 g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起点偏移 = ceil( (第几列 % (t1*m) 或取满) / t1 ),  t1 = R/gcd(b*g, R)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(轮内序号 + 起点偏移 - 1) % m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若 t1*m &lt; n: 还要一步 ID 重排修正（本例不触发）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599431"/>
          <a:ext cx="8522206" cy="2286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7159751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748893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对应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7632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非整除或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切片分核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46304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34593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74827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 &gt; 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8330183"/>
            <a:ext cx="9144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67512" y="8732519"/>
          <a:ext cx="877824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79095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非整除、或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不依赖列私有，改用共享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格上叠着两个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的任务，所以按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拆成两张图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不适用（共享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轮序累加）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KV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份贡献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不保证同核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只出现一次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80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1348740"/>
                <a:gridCol w="1348740"/>
                <a:gridCol w="1348740"/>
                <a:gridCol w="1348740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1609344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同一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份贡献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不保证同核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R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非整除、或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修正时会分裂）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不依赖列私有，改用共享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同一格上两个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的任务分两行写；颜色仍是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、深浅仍是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本例两条列恰好各自单核；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跨核时不保证列私有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按轮序累加。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：逐批列私有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[3, 2]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3]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（长度不等）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74117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6698" y="1444752"/>
            <a:ext cx="78028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5002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0098" y="1444752"/>
            <a:ext cx="128879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47802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先算每个 batch 要跑几轮，存成前缀表（轮数可以逐 batch 不同）: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每 batch 轮数 = ceil(该 batch 列数 * head 数 / k) *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batch1 要 3 轮, batch2 要 4 轮 → 前缀 [0, 3, 7]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在轮前缀表里查 r 落到哪个 batch, 批内轮号 = r - 该 batch 前缀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(批内轮号 / 该 batch S1 块数) * k + (j-1)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该 batch S2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 + 批内轮号) %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超出该 batch 列数 → 本核本轮 idle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599431"/>
          <a:ext cx="8522206" cy="36576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531351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86053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有自己的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round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前缀，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批内仍按列私有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排；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1348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核数超过本批列数时那一条核空转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的代价。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 ≤ m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k=2 ≤ m=3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的网格大小不同：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3x2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2x3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1920239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192023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153619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74920" y="2377440"/>
          <a:ext cx="2560320" cy="1920239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1149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85232"/>
            <a:ext cx="67208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20240" y="5687568"/>
          <a:ext cx="635508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434340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92640" y="3127248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(B=2 S2=1)  (B=2 S2=3)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92640" y="468172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5084064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20240" y="7644384"/>
            <a:ext cx="6355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每核每轮守哪条列（表头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第几轮）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20240" y="8046720"/>
          <a:ext cx="6355076" cy="877824"/>
        </p:xfrm>
        <a:graphic>
          <a:graphicData uri="http://schemas.openxmlformats.org/drawingml/2006/table">
            <a:tbl>
              <a:tblPr/>
              <a:tblGrid>
                <a:gridCol w="960120"/>
                <a:gridCol w="770708"/>
                <a:gridCol w="770708"/>
                <a:gridCol w="770708"/>
                <a:gridCol w="770708"/>
                <a:gridCol w="770708"/>
                <a:gridCol w="770708"/>
                <a:gridCol w="770708"/>
              </a:tblGrid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8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8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168896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571231"/>
          <a:ext cx="4800600" cy="2011680"/>
        </p:xfrm>
        <a:graphic>
          <a:graphicData uri="http://schemas.openxmlformats.org/drawingml/2006/table">
            <a:tbl>
              <a:tblPr/>
              <a:tblGrid>
                <a:gridCol w="3520440"/>
                <a:gridCol w="128016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本轮无列可派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列，第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轮只剩一条核有活）。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对比算法页的对照表：按最长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对齐要多花好几轮。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：按面积展平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1]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2]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74117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6698" y="1444752"/>
            <a:ext cx="218694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causal（epilogue mask）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1654" y="1444752"/>
            <a:ext cx="73075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GQA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0428" y="1444752"/>
            <a:ext cx="18831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35524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g=2,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 batch 的任务面积并累加: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面积 = 该 batch S1 块数 * S2 块数;  面积前缀 = 逐 batch 累加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面积前缀 [0, 4, 6]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总轮数 = max(ceil(总面积*head数*g/k), 最大S1块数*g, 最大S2块数) = 6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全局 task id = (j-1) * 总轮数 + r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每条核独占一段，顺序扫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用面积前缀查出它属于哪个 batch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批内号 = 全局 task id - 该 batch 面积前缀 * (N2 数 * g)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片号   = ceil(批内号 / (m*n*g));  N2 = 片号 - 1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片内号 = 批内号 取模 (m*n*g)，得 0 时取满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ceil(片内号 / (m*g))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ceil( (片内号 取模 (m*g)) / m 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(片内号 取模 (m*g)) 取模 m，得 0 时取 m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若 t1 &lt; n: 还有一步 gcd 对齐修正（本例不触发）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5673851"/>
          <a:ext cx="8522206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9148572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94777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按面积前缀把任务空间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展平后等分成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段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，每条核顺序扫自己那段；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752076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不追求列私有，只保证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同轮各核的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互不相同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590288"/>
          <a:ext cx="4297679" cy="146304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34593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换成按最长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对齐（示意）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748272"/>
          <a:ext cx="4297680" cy="1426464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210312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做法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本页规则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（逐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各按自己的长度排，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短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不被拖慢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（示意）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所有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按最长的排，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短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大量空转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83027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8705088"/>
          <a:ext cx="4297680" cy="1097280"/>
        </p:xfrm>
        <a:graphic>
          <a:graphicData uri="http://schemas.openxmlformats.org/drawingml/2006/table">
            <a:tbl>
              <a:tblPr/>
              <a:tblGrid>
                <a:gridCol w="868680"/>
                <a:gridCol w="342900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面积大的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分到的格子多；每个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格上有两个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56869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1500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51576" y="556869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不适用（共享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轮序累加）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S2=2)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KV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份贡献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不保证同核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共享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只出现一次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四个小块合起来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12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个任务，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x 6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轮扫完，</a:t>
            </a:r>
            <a:r>
              <a:rPr sz="16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零</a:t>
            </a:r>
            <a:r>
              <a:rPr sz="16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batch2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1x2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块，所以它那两张图更矮。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9. TND Causal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：左上分解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分段拼合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[3, 2] · S2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[3, 2] · head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n2=2 · causal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74117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6698" y="1444752"/>
            <a:ext cx="151993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causal（左上）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4650" y="1444752"/>
            <a:ext cx="76708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9746" y="1444752"/>
            <a:ext cx="18831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90918" y="1444752"/>
            <a:ext cx="325678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可达性 ★ causal 且批批 S1=S2（MHA）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2048255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head 数 n2=2, causal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host 先分段并算段前缀: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段1 (整批三角): n2 按核数均分, 每核 n2/k=1 个头 → R01=9 轮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n2 为奇数时剩 1 个头 → 段3 左半 + 段4 右半（n2=3 时 R1=2 / R2=3）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r&lt;=9:  段1 —— 批内定位三角序号 a, 反对角线解码 (x,y);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    核 j 的头按 (y+j) 轮转 → 同轮各核的 (B,H,S1) 互不相同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尾段:  展平索引 + gcd 修正;  段4 的 x 再平移 n/2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4169663"/>
          <a:ext cx="8522206" cy="4572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8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9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N2=2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9015983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34516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三角打不成满矩形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拆成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整批三角段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奇</a:t>
            </a:r>
            <a:r>
              <a:rPr sz="1300" b="1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head </a:t>
            </a:r>
            <a:r>
              <a:rPr sz="1300" b="1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尾段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拼合；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961948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(round, core)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仍由纯算术唯一定位，同轮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dq/dk/dv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键互异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989380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dq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dk/dv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都由轮屏障定序，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dk/dv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走共享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87952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4590288"/>
          <a:ext cx="4297679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332720" y="6711696"/>
            <a:ext cx="4663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332720" y="7114032"/>
          <a:ext cx="4297680" cy="2852928"/>
        </p:xfrm>
        <a:graphic>
          <a:graphicData uri="http://schemas.openxmlformats.org/drawingml/2006/table">
            <a:tbl>
              <a:tblPr/>
              <a:tblGrid>
                <a:gridCol w="1188720"/>
                <a:gridCol w="768096"/>
                <a:gridCol w="2340864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 ≤ m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k=2 ≤ m=3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g=1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67512" y="10259568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causal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三角由「整批三角段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奇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head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尾段」精确拼出：无重复、零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，同轮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dq/dk/dv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键互异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由轮屏障定序。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9. TND Causal ——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的三角大小不同（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3x3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batch2 2x2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）；两个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head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在段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里并行扫各自的三角，批内按反对角线顺序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51576" y="1956816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N2=2 G=1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0240" y="5989320"/>
          <a:ext cx="1920239" cy="1920239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56816" y="5568696"/>
            <a:ext cx="192023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74920" y="5989320"/>
          <a:ext cx="1920239" cy="1920239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区外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111496" y="5568696"/>
            <a:ext cx="192023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N2=2 G=1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24912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92640" y="3127248"/>
          <a:ext cx="480060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不适用（共享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workspace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轮序累加）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92640" y="5084064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92640" y="5486400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  (B=1 S2=3)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(B=1 S2=1)  (B=1 S2=2)  (B=1 S2=3)  (B=2 S2=1)  (B=2 S2=2)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7040879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同一个值为什么会重复出现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692640" y="7443215"/>
          <a:ext cx="4800600" cy="1645919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看到的现象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为什么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低位走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→ 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跨轮、跨</a:t>
                      </a:r>
                      <a:r>
                        <a:rPr sz="12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会重复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在多条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列内逐行走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→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每条列都要走一遍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同一个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(S2,S1)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双射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：每个块只被派一次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空泡不是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mask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没派活；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mask = </a:t>
                      </a:r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派了不累加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7512" y="9436608"/>
            <a:ext cx="8869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causal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三角由「整批三角段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奇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head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尾段」精确拼出：无重复、零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，同轮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dq/dk/dv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键互异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由轮屏障定序。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0131552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r1-6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batch1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6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/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头），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r7-9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的（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3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/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头）；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0460736"/>
            <a:ext cx="88696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n2 </a:t>
            </a:r>
            <a:r>
              <a:rPr sz="16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为奇数时多出的头走尾段：先左半、后右半，收尾可能剩空槽。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10.1.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性能对比：确定性开销（小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 1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更慢）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小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event record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4809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6492239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det / nd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1.0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见下表；核时为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msprof Task Duration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中位数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7059167"/>
          <a:ext cx="6537960" cy="2944368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7059167"/>
          <a:ext cx="6537960" cy="3785616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2.46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10186415"/>
            <a:ext cx="65379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结论：小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上本仓库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det/nd = 1.04×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1.05×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opst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为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1.13× / 1.65×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10.2.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性能对比：确定性开销（中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 1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更慢）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中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event record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522976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det / nd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1.0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见下表；核时为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msprof Task Duration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中位数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089904"/>
          <a:ext cx="6537960" cy="4754867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6089904"/>
          <a:ext cx="6537960" cy="2926072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6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1.81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59"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7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9198863"/>
            <a:ext cx="6537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结论：中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上本仓库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det/nd = 1.09×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1.08×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opst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为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1.29× / 1.33×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10.3.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性能对比：确定性开销（大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 1 =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更慢）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大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event record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7168896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倍率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det / nd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1.0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见下表；核时为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msprof Task Duration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中位数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7735823"/>
          <a:ext cx="6537960" cy="2944368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7735823"/>
          <a:ext cx="6537960" cy="2523744"/>
        </p:xfrm>
        <a:graphic>
          <a:graphicData uri="http://schemas.openxmlformats.org/drawingml/2006/table">
            <a:tbl>
              <a:tblPr/>
              <a:tblGrid>
                <a:gridCol w="493776"/>
                <a:gridCol w="4114800"/>
                <a:gridCol w="960120"/>
                <a:gridCol w="969264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det/nd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10442447"/>
            <a:ext cx="6537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结论：大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上本仓库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det/nd = 1.10×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1.09×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opst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为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1.20× / 1.29×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10.4.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确定性（小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opst-det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-det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小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6071615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目标线；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的柱标灰；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638543"/>
          <a:ext cx="6601968" cy="3364992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6638543"/>
          <a:ext cx="6601968" cy="4206240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10186415"/>
            <a:ext cx="65379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结论：小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0.81×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1.11×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）；达标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40% / 100%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10.5.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确定性（中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opst-det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-det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中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522976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目标线；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的柱标灰；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089904"/>
          <a:ext cx="6601968" cy="4754876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6089904"/>
          <a:ext cx="6601968" cy="3056706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9329492"/>
            <a:ext cx="6537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结论：中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0.82×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0.77×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）；达标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64% / 33%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10.6.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确定性（大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opst-det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-det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大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5229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6912863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目标线；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的柱标灰；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7479792"/>
          <a:ext cx="6601968" cy="3364984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7479792"/>
          <a:ext cx="6601968" cy="2944361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10607039"/>
            <a:ext cx="6537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结论：大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0.68×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0.72×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）；达标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0% / 25%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10.7.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性能对比：非确定性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非确定性（小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opst-nd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-nd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小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6071615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nd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差距是既有主流水问题，与确定性重构无关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638543"/>
          <a:ext cx="6601968" cy="3364992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6638543"/>
          <a:ext cx="6601968" cy="4206240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9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10186415"/>
            <a:ext cx="65379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结论：小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0.74×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0.71×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）；差距来自既有主流水。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10.8.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性能对比：非确定性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非确定性（中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opst-nd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-nd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中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522976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nd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差距是既有主流水问题，与确定性重构无关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089904"/>
          <a:ext cx="6601968" cy="4754876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6089904"/>
          <a:ext cx="6601968" cy="3056706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4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176.9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9329492"/>
            <a:ext cx="6537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结论：中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0.69×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0.62×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）；差距来自既有主流水。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10.9.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性能对比：非确定性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vs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非确定性（大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opst-nd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-nd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大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msprof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加粗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更优的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下划线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72768"/>
            <a:ext cx="13898880" cy="5229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6912863"/>
            <a:ext cx="13898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横轴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case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序号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数据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size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MB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bf16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q/out/dout + k/v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虚线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 = 0.8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&lt; 0.8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标灰；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shape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见下表；</a:t>
            </a:r>
            <a:r>
              <a:rPr sz="1050" b="0" u="none">
                <a:solidFill>
                  <a:srgbClr val="6B6F76"/>
                </a:solidFill>
                <a:latin typeface="Times New Roman"/>
                <a:ea typeface="Noto Sans SC"/>
                <a:cs typeface="Noto Sans SC"/>
              </a:rPr>
              <a:t>nd </a:t>
            </a:r>
            <a:r>
              <a:rPr sz="1050" b="0" u="none">
                <a:solidFill>
                  <a:srgbClr val="6B6F76"/>
                </a:solidFill>
                <a:latin typeface="Noto Sans SC"/>
                <a:ea typeface="Noto Sans SC"/>
                <a:cs typeface="Noto Sans SC"/>
              </a:rPr>
              <a:t>差距是既有主流水问题，与确定性重构无关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7479792"/>
          <a:ext cx="6601968" cy="3364984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34072" y="7479792"/>
          <a:ext cx="6601968" cy="2944361"/>
        </p:xfrm>
        <a:graphic>
          <a:graphicData uri="http://schemas.openxmlformats.org/drawingml/2006/table">
            <a:tbl>
              <a:tblPr/>
              <a:tblGrid>
                <a:gridCol w="475488"/>
                <a:gridCol w="3310128"/>
                <a:gridCol w="932688"/>
                <a:gridCol w="932688"/>
                <a:gridCol w="950976"/>
              </a:tblGrid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8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3"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99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4072" y="10607039"/>
            <a:ext cx="6537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结论：大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比值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0.63×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/ 0.61×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12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）；差距来自既有主流水。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3990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10.10. vs. ops-transformer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性能对比明细：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μs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21 case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det/nd vs. ops-transformer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opst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det/nd · ratio = opst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msprof 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Duration min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空缺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ops-transformer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无法运行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13304519" cy="8531336"/>
        </p:xfrm>
        <a:graphic>
          <a:graphicData uri="http://schemas.openxmlformats.org/drawingml/2006/table">
            <a:tbl>
              <a:tblPr/>
              <a:tblGrid>
                <a:gridCol w="475488"/>
                <a:gridCol w="3749039"/>
                <a:gridCol w="1517904"/>
                <a:gridCol w="1517904"/>
                <a:gridCol w="1517904"/>
                <a:gridCol w="1517904"/>
                <a:gridCol w="1517904"/>
                <a:gridCol w="1490472"/>
              </a:tblGrid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7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 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7788"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17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10332720"/>
            <a:ext cx="1389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数值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msprof Task Duration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中位数（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event record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；加粗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det / nd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各自更优；下划线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；空缺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opst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无法运行（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mask Skv=2048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39903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10.11. vs. ops-transformer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性能对比明细：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μs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17 case 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det/nd vs. ops-transformer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opst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det/nd · ratio = opst /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本仓库（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 0.8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msprof device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kernel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时间（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Duration min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空缺</a:t>
            </a:r>
            <a:r>
              <a:rPr sz="13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ops-transformer </a:t>
            </a:r>
            <a:r>
              <a:rPr sz="13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无法运行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13304519" cy="8412480"/>
        </p:xfrm>
        <a:graphic>
          <a:graphicData uri="http://schemas.openxmlformats.org/drawingml/2006/table">
            <a:tbl>
              <a:tblPr/>
              <a:tblGrid>
                <a:gridCol w="475488"/>
                <a:gridCol w="3749039"/>
                <a:gridCol w="1517904"/>
                <a:gridCol w="1517904"/>
                <a:gridCol w="1517904"/>
                <a:gridCol w="1517904"/>
                <a:gridCol w="1517904"/>
                <a:gridCol w="1490472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 (b n g s2 s1 d causal / dense)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6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 ratio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176.9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471.2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1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sng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4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10259568"/>
            <a:ext cx="1389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数值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msprof Task Duration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中位数（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侧），非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event record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；加粗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det / nd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各自更优；下划线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ratio ≥ 0.8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；空缺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opst 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无法运行（</a:t>
            </a:r>
            <a:r>
              <a:rPr sz="180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mask Skv=2048</a:t>
            </a:r>
            <a:r>
              <a:rPr sz="180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11.1. Profiling · BSND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0.26MB → 41.9MB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，五档典型案例）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侧用时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duration = Task Duration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（单次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profiled run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，含采集开销，看结构与相对占用）；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侧各口与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AIC /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标量口分列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8988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MAC / MTE2 / MTE1 / fixpipe = 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侧各口；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scal_c / scal_v = AIC /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标量口（解码、循环、同步）；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vec =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向量；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cube% = 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利用率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664208"/>
            <a:ext cx="1371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1) 0.26MB 2×33×77 H4/4 D64 causal    2) 0.33MB 1×128×128 H2/2 D128 causal    3) 0.92MB 2×200×300 H4/2 D64 causal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371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4) 10.5MB 1×1024² H8 D128 dense    5) 41.9MB 1×4096² H4 D128 causal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2340864"/>
          <a:ext cx="13203936" cy="735176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duration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MTE2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MTE1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fixpipe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scal_c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vec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scal_v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cube%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0.33MB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0.33MB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0.33MB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0.33MB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10.5MB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10.5MB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82.2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10.5MB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41.9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10.5MB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41.9MB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41.9MB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129.2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41.9MB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79.2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91.1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930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41.9MB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67.4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10168128"/>
            <a:ext cx="1389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极小档（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0.26 / 0.33MB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）差距已收敛到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~1.3–1.6×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v3.1 idle-core trim + tiny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单块改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dense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tiny causal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已快于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）：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pipe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全空、差距在固定开销。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0.92MB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起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占优（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1.23×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）；中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大档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late-wait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缺口大幅收窄，剩余差距集中在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主流水（各口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≤ opst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而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duration 1.4–1.5×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，见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11.3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11.2. Profiling · TND causal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（小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大典型案例）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device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侧用时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duration = Task Duration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（单次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profiled run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，含采集开销，看结构与相对占用）；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侧各口与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AIC /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标量口分列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8988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MAC / MTE2 / MTE1 / fixpipe = 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侧各口；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scal_c / scal_v = AIC /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标量口（解码、循环、同步）；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vec = AIV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向量；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cube% = cube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利用率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664208"/>
            <a:ext cx="1371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1)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小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段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256+384 H4 D128    2)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2×2048 H8 D128    3)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4×2048 H4 D128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371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三档均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；数据量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3.3MB / 41.9MB / 41.9MB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（后两档同数据量、不同分段数）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2340864"/>
          <a:ext cx="13203936" cy="7351776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  <a:gridCol w="1243584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duration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MTE2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MTE1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fixpipe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scal_c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vec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scal_v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cube%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121.3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103.0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本仓库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100.9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det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58216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nd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83.4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10168128"/>
            <a:ext cx="1389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小档（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3.3MB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ours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占优：实测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1.15×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det 1.30×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。中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大档：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late-wait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opst 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的差距（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309 vs 260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318 vs 267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）已小于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opst nd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的差距（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278 vs 174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280 vs 175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——det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专项已无独立空间，剩余差距</a:t>
            </a:r>
            <a:r>
              <a:rPr sz="11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1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共享主流水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11.3. Profiling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结论与优化优先级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33856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现状：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① det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专项收官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late-wait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轮屏障（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v3.2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）落地后，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38 case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确定性开销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ours 1.076 ≤ opst 1.319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31/38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更低）；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444752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②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剩余差距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nd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主流水「每条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pipe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都不高、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duration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却长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1.4–1.6×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」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⇒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重叠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串联受限；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③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极小档（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0.26–0.33MB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pipe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全空、差距在固定开销（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v3.1 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已收敛到</a:t>
            </a:r>
            <a:r>
              <a:rPr sz="12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~1.5×</a:t>
            </a:r>
            <a:r>
              <a:rPr sz="12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" y="1883664"/>
          <a:ext cx="13441680" cy="4864606"/>
        </p:xfrm>
        <a:graphic>
          <a:graphicData uri="http://schemas.openxmlformats.org/drawingml/2006/table">
            <a:tbl>
              <a:tblPr/>
              <a:tblGrid>
                <a:gridCol w="1691640"/>
                <a:gridCol w="6675120"/>
                <a:gridCol w="2103120"/>
                <a:gridCol w="2971800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观察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11.1 / 11.2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实测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median of 25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行动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1042415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专项收官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 case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ours det/nd 1.076 ≤ opst 1.319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31/38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逐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case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更低；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late-wait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把轮屏障的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WAIT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延后一轮（交替奇偶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flag 10/15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），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case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回收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53~88µs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nobar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上限的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60~76%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），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大档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6~59µs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 case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位级验证（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golden + 10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次逐位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det/nd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互验）全过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轮序开销已压到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之下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已落地（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late-wait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1042415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主流水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（共同瓶颈）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duration 278.1 / 279.7 vs opst 174.3 / 175.3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1.60×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），但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MTE2 68.6 / 74.6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vs 54.9 / 55.1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fixpipe 96.8 / 100.9 vs 143.7 / 144.3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scal_c 77.5 / 75.9 vs 93.1 / 93.7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cube% 87 / 89 vs 95 / 95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。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 41.9MB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同构（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250.4 vs 170.3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，各口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≤ opst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重叠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每任务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串联受限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①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主流水加深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（槽位重排，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结构项）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84124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极小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shape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0.26–0.33MB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0.33MB det 16.2 vs opst 10.4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1.6×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0.26MB det 13.2 vs 8.9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）；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tiny causal det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已快于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nd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det/nd 0.89–0.94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）。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profiling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：全部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pipe ≤4µs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MAC ≤2µs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duration 13–16µs ⇒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剩余差距在固定开销（启动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序言标量）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固定开销（启动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序言标量）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④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序言精简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（低优先级）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841248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scalar /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解码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不是瓶颈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 scal_c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全面低于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opst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77.5/75.9 vs 93.1/93.7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 65.7 vs 75.5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）；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消融实测：前瞻解码缓存、流水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flag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削减、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K/V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加载隐藏均为中性或负收益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不是瓶颈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③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解码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scalar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不做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694944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≥0.9MB det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已占优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或持平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0.92MB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21.4 vs 26.3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）；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3.3MB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21.6/29.6 vs 24.9/38.5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1.15×/1.30×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中档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2/6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、大档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1/4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也过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0.8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线（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late-wait 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前为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0</a:t>
                      </a:r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规模摊薄固定开销</a:t>
                      </a:r>
                    </a:p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 late-wait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维持现状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" y="7004304"/>
            <a:ext cx="1280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优化优先级与落地状态（</a:t>
            </a:r>
            <a:r>
              <a:rPr sz="13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late-wait </a:t>
            </a:r>
            <a:r>
              <a:rPr sz="13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之后重估）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7388352"/>
          <a:ext cx="13441679" cy="2761488"/>
        </p:xfrm>
        <a:graphic>
          <a:graphicData uri="http://schemas.openxmlformats.org/drawingml/2006/table">
            <a:tbl>
              <a:tblPr/>
              <a:tblGrid>
                <a:gridCol w="411480"/>
                <a:gridCol w="6766560"/>
                <a:gridCol w="3977639"/>
                <a:gridCol w="2286000"/>
              </a:tblGrid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依据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①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主流水加深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重叠：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L1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已满（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512KB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），需槽位重排或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tile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调整（结构项，多日）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各口低但慢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1.4–1.6×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MAC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仅占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cube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一半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nd+det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同受益（最大杠杆）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②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轮屏障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late-wait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：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WAIT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延后一轮、交替奇偶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flag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（已落地，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 −53~−88µs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 −6~−59µs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；开销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1.076 ≤ opst 1.319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专项收官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③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tiny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固定开销：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idle-core trim +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单块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改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（已落地，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小档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det ratio 0.64→0.81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；剩余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~1.5×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在序言标量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④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序言精简（低优先级）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④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解码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scalar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K/V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驻留、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flush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合并、流水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flag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削减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消融实测全部中性或负收益（交错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A/B </a:t>
                      </a: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不做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