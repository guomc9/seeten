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809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492239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059167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059167"/>
          <a:ext cx="6537960" cy="3785616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1.09×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1.13× / 1.70×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67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2926072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6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59"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7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198863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1.17×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1.29×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&gt; 1 = det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更慢）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716889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/ nd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1.0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见下表；核时为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最小值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735823"/>
          <a:ext cx="6537960" cy="2944368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735823"/>
          <a:ext cx="6537960" cy="2523744"/>
        </p:xfrm>
        <a:graphic>
          <a:graphicData uri="http://schemas.openxmlformats.org/drawingml/2006/table">
            <a:tbl>
              <a:tblPr/>
              <a:tblGrid>
                <a:gridCol w="493776"/>
                <a:gridCol w="4114800"/>
                <a:gridCol w="960120"/>
                <a:gridCol w="969264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det/nd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442447"/>
            <a:ext cx="65379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det/nd =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1.21×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为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1.18× / 1.32×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9.4.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1.10×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40% / 100%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9.5.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0.76×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27%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9.6.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目标线；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det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0.57×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0.67×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）；达标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0% / 0%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9.7.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（小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071615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638543"/>
          <a:ext cx="6537960" cy="3364992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638543"/>
          <a:ext cx="6537960" cy="4206240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9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" y="10186415"/>
            <a:ext cx="653796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0.73×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0.71×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9.8.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（中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5522976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089904"/>
          <a:ext cx="6537960" cy="475487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6089904"/>
          <a:ext cx="6537960" cy="3056706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4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9329492"/>
            <a:ext cx="65379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结论：中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0.69×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0.63×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9.9.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（大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shape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72768"/>
            <a:ext cx="13898880" cy="52292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912863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横轴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case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序号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数据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size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MB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bf16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：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q/out/dout + k/v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虚线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0.8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 0.8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标灰；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shape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见下表；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差距是既有主流水问题，与确定性重构无关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7479792"/>
          <a:ext cx="6537960" cy="3364984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34072" y="7479792"/>
          <a:ext cx="6537960" cy="2944361"/>
        </p:xfrm>
        <a:graphic>
          <a:graphicData uri="http://schemas.openxmlformats.org/drawingml/2006/table">
            <a:tbl>
              <a:tblPr/>
              <a:tblGrid>
                <a:gridCol w="493776"/>
                <a:gridCol w="3090672"/>
                <a:gridCol w="978408"/>
                <a:gridCol w="978408"/>
                <a:gridCol w="996696"/>
              </a:tblGrid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8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3"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99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34072" y="10607039"/>
            <a:ext cx="65379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结论：大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nd 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比值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0.64×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 0.62×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2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12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）；差距来自既有主流水。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BSND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21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531336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7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g1 s2=128 s1=128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s2=300 s1=200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 s1=33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s2=777 s1=333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96.3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s2=500 s1=300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s2=900 s1=500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n3 g2 s2=333 s1=777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42.0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317.1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222.2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154.4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n2 g4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7788"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444.5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017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268712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全矩阵明细：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（核时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μs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min of 25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17 case 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det/nd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opst det/nd · ratio = opst /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≥ 0.8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达标）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msprof device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Duration min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空缺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参考实现无法运行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13304519" cy="8412480"/>
        </p:xfrm>
        <a:graphic>
          <a:graphicData uri="http://schemas.openxmlformats.org/drawingml/2006/table">
            <a:tbl>
              <a:tblPr/>
              <a:tblGrid>
                <a:gridCol w="475488"/>
                <a:gridCol w="3749039"/>
                <a:gridCol w="1517904"/>
                <a:gridCol w="1517904"/>
                <a:gridCol w="1517904"/>
                <a:gridCol w="1517904"/>
                <a:gridCol w="1517904"/>
                <a:gridCol w="1490472"/>
              </a:tblGrid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shape (b n g s2 s1 d c/nc)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ours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6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nd ratio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29.2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s2=256+384 s1=256+384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35.7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s2=300+1300 s1=100+800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71.2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0.46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n1 g4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n4 g1 s2=300+400 s1=100+800 d64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53.4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g2 s2=768+1280 s1=512+1024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#29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379.4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265.0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181.3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n8 g1 s2=2048 s1=2048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594.9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446.4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365.5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112.9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 n2 g4 s2=1024 s1=1024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145.1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144.8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 n8 g1 s2=512 s1=512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164.2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n4 g1 s2=2048 s1=2048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326.0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271.9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249.0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172.4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0.76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 n4 g1 s2=4096 s1=4096 d128 nc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529.1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458.8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269.5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n2 g4 s2=1024 s1=1024 d128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210.9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143.7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110.4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0.56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#38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 n1 g4 s2=2048 s1=2048 d64 c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278.2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131.5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GM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129.9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111.0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106.9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73.1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0.82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0.66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pass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41%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104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18%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10149840"/>
            <a:ext cx="138988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数值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msprof Task Duration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最小值（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侧核时），非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；空缺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=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无法运行（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TND causal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要求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 Skv=2048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