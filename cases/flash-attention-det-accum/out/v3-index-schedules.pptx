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5240000" cy="1143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0.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总览：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7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种任务索引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同一个问题：给定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(round, core)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，这一轮这条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该算哪一块？七种规则给出七种分派方式。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572768"/>
          <a:ext cx="9052560" cy="4498848"/>
        </p:xfrm>
        <a:graphic>
          <a:graphicData uri="http://schemas.openxmlformats.org/drawingml/2006/table">
            <a:tbl>
              <a:tblPr/>
              <a:tblGrid>
                <a:gridCol w="2212848"/>
                <a:gridCol w="1097280"/>
                <a:gridCol w="1097280"/>
                <a:gridCol w="1280160"/>
                <a:gridCol w="822960"/>
                <a:gridCol w="822960"/>
                <a:gridCol w="1719072"/>
              </a:tblGrid>
              <a:tr h="530352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layout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MHA/GQA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总轮数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低位先走哪个轴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 Dense Swizzle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 Dense Index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 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批次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3. Causal Swizzle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fold 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后）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4. Left-Up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列（同方形）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5. GQA Dense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（切片）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 TND Dense Swizzle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本批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7. TND GQA Dense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展平索引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67512" y="6510528"/>
            <a:ext cx="138988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所有规则都是纯算术：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(round, core)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一确定，结果就唯一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这就是确定性的来源。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6876288"/>
            <a:ext cx="90525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表中「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causal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」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本页例子的形状；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GQA / TND-GQA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causal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由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epilogue mask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处理。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7223760"/>
            <a:ext cx="1188720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怎么读后面的例子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7699248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页先认公用的轴遍历顺序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 → n2 → s2 → s1 → d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，以及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dS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的一列怎么变成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dK/dV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的一行。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8083296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算法页：伪代码讲逻辑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任务矩阵（行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round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core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为什么这样分。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8467344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例子页：网格纵轴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、横轴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，格内写「哪条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/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第几轮」；灰格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这一轮这条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空闲。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8851392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颜色只编码两个轴：颜色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哪个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，同一个颜色的深浅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第几条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列（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）；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不参与配色。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04120" y="1572768"/>
            <a:ext cx="49377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0104120" y="1975104"/>
          <a:ext cx="4572000" cy="2816352"/>
        </p:xfrm>
        <a:graphic>
          <a:graphicData uri="http://schemas.openxmlformats.org/drawingml/2006/table">
            <a:tbl>
              <a:tblPr/>
              <a:tblGrid>
                <a:gridCol w="960120"/>
                <a:gridCol w="361188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记号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含义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KV head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里的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Q head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Q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方向第几块（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128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KV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方向第几块（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128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head dim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tile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内不切分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10104120" y="5138928"/>
            <a:ext cx="49377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每个例子都满足的三条不变量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10104120" y="5541264"/>
          <a:ext cx="4572000" cy="1901952"/>
        </p:xfrm>
        <a:graphic>
          <a:graphicData uri="http://schemas.openxmlformats.org/drawingml/2006/table">
            <a:tbl>
              <a:tblPr/>
              <a:tblGrid>
                <a:gridCol w="1600200"/>
                <a:gridCol w="297180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不变量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含义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每个块只被派给一个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(round, core)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各核这一轮写的输出块互不相同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类：一条列只归一条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10104120" y="7717536"/>
            <a:ext cx="49377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七种规则归成三条路线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0104120" y="8119871"/>
          <a:ext cx="4572000" cy="1901952"/>
        </p:xfrm>
        <a:graphic>
          <a:graphicData uri="http://schemas.openxmlformats.org/drawingml/2006/table">
            <a:tbl>
              <a:tblPr/>
              <a:tblGrid>
                <a:gridCol w="1508760"/>
                <a:gridCol w="306324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路线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用它的规则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 Dense Swizzle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 Left-Up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 TND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切片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 gcd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修正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 GQA Dense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（核数不受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块数限制）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按面积展平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 TND GQA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（变长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，不分列）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1.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轴遍历顺序与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dS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分块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七种规则共用同一个铺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的顺序：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外层慢、内层快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。先认这个顺序，后面的分派才看得懂。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最外层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938528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313432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n2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57984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KV head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182112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557016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425696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800600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列内逐行走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669280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044184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88736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内最内层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2212848"/>
            <a:ext cx="768096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低位先走内层轴：同一轮里各</a:t>
            </a:r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拿到连续的</a:t>
            </a:r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，落在相邻的</a:t>
            </a:r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列上。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2596896"/>
            <a:ext cx="292608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① task id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铺开的顺序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1554480" y="3017520"/>
          <a:ext cx="2487168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</a:tbl>
          </a:graphicData>
        </a:graphic>
      </p:graphicFrame>
      <p:cxnSp>
        <p:nvCxnSpPr>
          <p:cNvPr id="21" name="Connector 20"/>
          <p:cNvCxnSpPr/>
          <p:nvPr/>
        </p:nvCxnSpPr>
        <p:spPr>
          <a:xfrm>
            <a:off x="1133856" y="3017520"/>
            <a:ext cx="0" cy="2066544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74904" y="3913631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94960" y="2596896"/>
            <a:ext cx="292608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②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分派：颜色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core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5394960" y="3017520"/>
          <a:ext cx="2487168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FA8A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FA8A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FA8A0"/>
                    </a:solidFill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1554480" y="5724144"/>
            <a:ext cx="548640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③ dS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的一列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→ dK/dV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的一行（同一个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块）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1554480" y="6144768"/>
          <a:ext cx="2487168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645152" y="6144768"/>
          <a:ext cx="1243584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</a:tbl>
          </a:graphicData>
        </a:graphic>
      </p:graphicFrame>
      <p:cxnSp>
        <p:nvCxnSpPr>
          <p:cNvPr id="28" name="Connector 27"/>
          <p:cNvCxnSpPr/>
          <p:nvPr/>
        </p:nvCxnSpPr>
        <p:spPr>
          <a:xfrm>
            <a:off x="4114800" y="8321040"/>
            <a:ext cx="457200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035040" y="6236207"/>
            <a:ext cx="201168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dS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的每一列（固定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走完所有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）累加成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dK/dV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的一行。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所以这一列必须由同一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顺序算完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这就是「列私有」。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D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方向不切分，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所以只画一格。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92640" y="1463040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92640" y="1810512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低位走内层轴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同一轮各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拿到连续的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92640" y="2103120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落在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相邻的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（或相邻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）上。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92640" y="2395728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轮内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不变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它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守着同一条列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92640" y="2688336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列内把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走一遍，这才是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单核顺序累加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980944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出现在多条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里，是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不同轮、不同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92640" y="3273552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同一条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内部它始终是同一列连续多轮。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92640" y="391363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38" name="Table 37"/>
          <p:cNvGraphicFramePr>
            <a:graphicFrameLocks noGrp="1"/>
          </p:cNvGraphicFramePr>
          <p:nvPr/>
        </p:nvGraphicFramePr>
        <p:xfrm>
          <a:off x="9692640" y="4315968"/>
          <a:ext cx="4800600" cy="1737360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39" name="TextBox 38"/>
          <p:cNvSpPr txBox="1"/>
          <p:nvPr/>
        </p:nvSpPr>
        <p:spPr>
          <a:xfrm>
            <a:off x="9692640" y="641908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task id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展开（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1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个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个块）</a:t>
            </a:r>
          </a:p>
        </p:txBody>
      </p:sp>
      <p:graphicFrame>
        <p:nvGraphicFramePr>
          <p:cNvPr id="40" name="Table 39"/>
          <p:cNvGraphicFramePr>
            <a:graphicFrameLocks noGrp="1"/>
          </p:cNvGraphicFramePr>
          <p:nvPr/>
        </p:nvGraphicFramePr>
        <p:xfrm>
          <a:off x="9692640" y="6821424"/>
          <a:ext cx="4800600" cy="3657600"/>
        </p:xfrm>
        <a:graphic>
          <a:graphicData uri="http://schemas.openxmlformats.org/drawingml/2006/table">
            <a:tbl>
              <a:tblPr/>
              <a:tblGrid>
                <a:gridCol w="1051560"/>
                <a:gridCol w="640080"/>
                <a:gridCol w="777240"/>
                <a:gridCol w="822960"/>
                <a:gridCol w="822960"/>
                <a:gridCol w="68580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task id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41" name="TextBox 40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后面每种规则，只是把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低位先走哪个轴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换一下；换法不同，就得到不同的分派与不同的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分布。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①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里的数字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task id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顺序；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②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颜色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core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，格内写第几轮算它。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③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列私有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的理由：一个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dK/dV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由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dS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的一整列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累加而来。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2. Dense Swizzle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：列私有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swizzle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680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572" y="1444752"/>
            <a:ext cx="107086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非 causal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62452" y="1444752"/>
            <a:ext cx="76708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7548" y="1444752"/>
            <a:ext cx="128879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列私有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1833372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m=3, S2 块数 n=3, batch 数 b=2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((r-1) / m) * k + (j-1)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每个 m 轮跨度内不变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task id % n + 1     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低位先走 S2 列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第几批 = task id / n + 1     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列走完才换 batch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(第几列-1 + r-1) % m + 1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列内 S1 每轮往下走一行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输出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B, N2, G, S1=第几行, S2=第几列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3954780"/>
          <a:ext cx="8522206" cy="45720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7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8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9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8801100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913028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低位是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同一轮里相邻的核落在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相邻两列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上；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940460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task id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轮内不变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一条核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守死一条列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，列内把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走一遍。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967892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出现在多条核上，是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/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不同轮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Dense Swizzle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还是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Dense Index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？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0332720" y="7114032"/>
          <a:ext cx="4297680" cy="2377440"/>
        </p:xfrm>
        <a:graphic>
          <a:graphicData uri="http://schemas.openxmlformats.org/drawingml/2006/table">
            <a:tbl>
              <a:tblPr/>
              <a:tblGrid>
                <a:gridCol w="1207008"/>
                <a:gridCol w="3090672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判据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两条规则的区别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  ·   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同一轮各核落在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的不同列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：同一条列的不同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什么时候选它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：核数不多，一条核守死一条列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块数时用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 ★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低位走列：同一轮里各核是同一个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的不同列；一条核守死一条列，列内把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走完。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2. Dense Swizzle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把任务矩阵摊到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S1×S2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平面上：纵轴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、横轴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；颜色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，同一个颜色的深浅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列，格内是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与轮次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17627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285232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87568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468172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084064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1920240" y="7644384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920240" y="8046720"/>
          <a:ext cx="6355080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599440"/>
                <a:gridCol w="599440"/>
                <a:gridCol w="599440"/>
                <a:gridCol w="599440"/>
                <a:gridCol w="599440"/>
                <a:gridCol w="599440"/>
                <a:gridCol w="599440"/>
                <a:gridCol w="599440"/>
                <a:gridCol w="59944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716889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7571231"/>
          <a:ext cx="4800600" cy="2011680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低位走列：同一轮里各核是同一个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的不同列；一条核守死一条列，列内把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走完。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一行三格深浅不同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的三条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列；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不配色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，所以行内颜色一致。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各包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条列，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9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轮把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18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个块铺满。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3. Dense Index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：先分批再分列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&gt;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680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572" y="1444752"/>
            <a:ext cx="107086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非 causal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62452" y="1444752"/>
            <a:ext cx="76708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7548" y="1444752"/>
            <a:ext cx="128879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列私有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74360" y="1444752"/>
            <a:ext cx="143738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核数 &gt; S1 块数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1847088"/>
            <a:ext cx="8778240" cy="1833372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k=4, S1 块数 m=2, S2 块数 n=2, batch 数 b=2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((r-1) / m) * k + j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1 起算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第几批 = task id % b，得 0 时取 b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低位先走 B（与上一页相反）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ceil(task id / b)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((第几列-1) % m + (r-1) % m) % m + 1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输出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B, N2, G, S1=第几行, S2=第几列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67512" y="3954780"/>
          <a:ext cx="8522204" cy="1371600"/>
        </p:xfrm>
        <a:graphic>
          <a:graphicData uri="http://schemas.openxmlformats.org/drawingml/2006/table">
            <a:tbl>
              <a:tblPr/>
              <a:tblGrid>
                <a:gridCol w="1051560"/>
                <a:gridCol w="1867661"/>
                <a:gridCol w="1867661"/>
                <a:gridCol w="1867661"/>
                <a:gridCol w="1867661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67512" y="5600700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592988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低位换成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同一轮各核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分属不同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撞不到一起；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620420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核数可以超过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，代价是列私有要靠切片保证。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Dense Swizzle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还是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Dense Index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？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0332720" y="7114032"/>
          <a:ext cx="4297680" cy="2377440"/>
        </p:xfrm>
        <a:graphic>
          <a:graphicData uri="http://schemas.openxmlformats.org/drawingml/2006/table">
            <a:tbl>
              <a:tblPr/>
              <a:tblGrid>
                <a:gridCol w="1207008"/>
                <a:gridCol w="3090672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判据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两条规则的区别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  ·   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同一轮各核落在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的不同列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：同一条列的不同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什么时候选它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：核数不多，一条核守死一条列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块数时用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 ★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67512" y="6771132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667512" y="7173468"/>
          <a:ext cx="8778240" cy="1828800"/>
        </p:xfrm>
        <a:graphic>
          <a:graphicData uri="http://schemas.openxmlformats.org/drawingml/2006/table">
            <a:tbl>
              <a:tblPr/>
              <a:tblGrid>
                <a:gridCol w="868680"/>
                <a:gridCol w="79095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低位走批：同一轮里各核分属不同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，多出来的核用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维度消化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所以核数可以超过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块数。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3. Dense Index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同一个块集（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2 batch x 2x2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块）换成本页规则，只用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轮就铺满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04825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264408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285232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87568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2011680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548640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888736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7973568"/>
            <a:ext cx="4800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8375904"/>
          <a:ext cx="4800600" cy="1463040"/>
        </p:xfrm>
        <a:graphic>
          <a:graphicData uri="http://schemas.openxmlformats.org/drawingml/2006/table">
            <a:tbl>
              <a:tblPr/>
              <a:tblGrid>
                <a:gridCol w="960120"/>
                <a:gridCol w="1920240"/>
                <a:gridCol w="192024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低位走批：同一轮里各核分属不同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，多出来的核用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维度消化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所以核数可以超过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块数。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条核各守一条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(B, S2)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列，每块只落在一条核上。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对比上一页：同轮各核从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的不同列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变成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同一条列的不同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4a.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虚拟列与虚拟行：折叠出来的坐标系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折叠把两个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的三角拼成一个满矩形；矩形里的行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列不属于任何单个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，所以叫虚拟行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虚拟列。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2834640"/>
          <a:ext cx="2194560" cy="2194560"/>
        </p:xfrm>
        <a:graphic>
          <a:graphicData uri="http://schemas.openxmlformats.org/drawingml/2006/table">
            <a:tbl>
              <a:tblPr/>
              <a:tblGrid>
                <a:gridCol w="548640"/>
                <a:gridCol w="548640"/>
                <a:gridCol w="548640"/>
                <a:gridCol w="548640"/>
              </a:tblGrid>
              <a:tr h="54864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04088" y="2414016"/>
            <a:ext cx="21945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① B=1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的三角（真实坐标）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319272" y="2834640"/>
          <a:ext cx="2194560" cy="2194560"/>
        </p:xfrm>
        <a:graphic>
          <a:graphicData uri="http://schemas.openxmlformats.org/drawingml/2006/table">
            <a:tbl>
              <a:tblPr/>
              <a:tblGrid>
                <a:gridCol w="548640"/>
                <a:gridCol w="548640"/>
                <a:gridCol w="548640"/>
                <a:gridCol w="548640"/>
              </a:tblGrid>
              <a:tr h="54864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355848" y="2414016"/>
            <a:ext cx="21945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② B=2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的三角（真实坐标）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623560" y="4069080"/>
            <a:ext cx="411480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126480" y="2834640"/>
          <a:ext cx="3017520" cy="2414016"/>
        </p:xfrm>
        <a:graphic>
          <a:graphicData uri="http://schemas.openxmlformats.org/drawingml/2006/table">
            <a:tbl>
              <a:tblPr/>
              <a:tblGrid>
                <a:gridCol w="603504"/>
                <a:gridCol w="603504"/>
                <a:gridCol w="603504"/>
                <a:gridCol w="603504"/>
                <a:gridCol w="603504"/>
              </a:tblGrid>
              <a:tr h="603504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60350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60350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163056" y="2414016"/>
            <a:ext cx="30175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③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拼成满矩形：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条虚拟列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5852160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每条虚拟列由哪些格拼出来（对照一行普通列）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67512" y="6254496"/>
          <a:ext cx="8778240" cy="2523744"/>
        </p:xfrm>
        <a:graphic>
          <a:graphicData uri="http://schemas.openxmlformats.org/drawingml/2006/table">
            <a:tbl>
              <a:tblPr/>
              <a:tblGrid>
                <a:gridCol w="1783080"/>
                <a:gridCol w="3154680"/>
                <a:gridCol w="1463040"/>
                <a:gridCol w="2377440"/>
              </a:tblGrid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一条列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由哪些格组成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跨几个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要几个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buffer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普通列（对照）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格全是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S2=2) + 1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S2=3) + 2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(B=2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9692640" y="237744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普通列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虚拟列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的区别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9692640" y="2779776"/>
          <a:ext cx="4800600" cy="2377440"/>
        </p:xfrm>
        <a:graphic>
          <a:graphicData uri="http://schemas.openxmlformats.org/drawingml/2006/table">
            <a:tbl>
              <a:tblPr/>
              <a:tblGrid>
                <a:gridCol w="1645920"/>
                <a:gridCol w="1554480"/>
                <a:gridCol w="160020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普通的列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坐标是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真实坐标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(B, S1, S2)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折叠矩形里的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虚拟坐标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一条上面有几个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只有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个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可能跨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个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守它时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只往一个输出块累加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可能同时往两个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的输出块累加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长度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或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矩形的高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宽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9692640" y="539496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虚拟行又是什么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9692640" y="5797296"/>
          <a:ext cx="4800599" cy="1901952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说明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折叠矩形里的行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不是某个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左上对齐（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&gt; S2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虚拟高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2m-n+1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：多出来的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行装配对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的镜像格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整个虚拟矩形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都派活、零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idle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；折叠只覆盖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区，不用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9692640" y="797356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两条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causal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规则各折成什么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9692640" y="8375904"/>
          <a:ext cx="4800600" cy="1591055"/>
        </p:xfrm>
        <a:graphic>
          <a:graphicData uri="http://schemas.openxmlformats.org/drawingml/2006/table">
            <a:tbl>
              <a:tblPr/>
              <a:tblGrid>
                <a:gridCol w="2148840"/>
                <a:gridCol w="2651760"/>
              </a:tblGrid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折叠出来的矩形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= S2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虚拟宽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n+1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：两个三角正好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凑满，没有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idle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&gt; S2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虚拟高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2m-n+1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：多出来的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行是镜像格，同样零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idle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67512" y="9436608"/>
            <a:ext cx="88696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虚拟列是折叠的产物：核按虚拟列分派，同一列的格子可能落在两个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上。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普通列只属于一个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；跨两个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的虚拟列要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两个累加</a:t>
            </a:r>
            <a:r>
              <a:rPr sz="15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buffer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（只跨一个的仍只要一个）。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折回真实坐标时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行列会翻转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（右上那片三角），所以格内写它最终落到哪一块。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4. Causal Swizzle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：因果折叠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 · causal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680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572" y="1444752"/>
            <a:ext cx="151993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causal（方形）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11524" y="1444752"/>
            <a:ext cx="76708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06620" y="1444752"/>
            <a:ext cx="183362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buffer 2 个 (parity)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8262" y="1444752"/>
            <a:ext cx="255016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可达性 ↪ 仅 Left-Up 内部委托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1847088"/>
            <a:ext cx="8778240" cy="2048255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m=3, S2 块数 n=3, batch 数 b=2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第 1 步：把相邻两个 batch 折成一个虚拟矩形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虚拟宽 = n+1 = 4 列,  虚拟高 = m = 3 行,  虚拟 batch 数 = b/2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第 2 步：在虚拟矩形里按“列私有”规则取 task（同 Dense Swizzle）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第 3 步：把虚拟坐标折回真实坐标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如果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虚拟行 &gt;= 虚拟列+1: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右上三角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    batch = 2*虚拟批; 行 = m+1-虚拟行; 列 = 2n-m-虚拟列+2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否则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batch = 2*虚拟批-1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左下三角，行列照抄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67512" y="4169663"/>
          <a:ext cx="8522206" cy="32004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67512" y="7644383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7973567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把两个相邻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的三角拼成一个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m x (n+1)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的满矩形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task id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在矩形里照排；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8247887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奇数列用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parity-0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、偶数列用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parity-1 buffer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一条核在两个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间来回切。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" y="8522207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矩形是满的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没有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、也不用打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332720" y="7114032"/>
          <a:ext cx="4297680" cy="2852928"/>
        </p:xfrm>
        <a:graphic>
          <a:graphicData uri="http://schemas.openxmlformats.org/drawingml/2006/table">
            <a:tbl>
              <a:tblPr/>
              <a:tblGrid>
                <a:gridCol w="1188720"/>
                <a:gridCol w="768096"/>
                <a:gridCol w="2340864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也能用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S1=S2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两个三角正好拼成一个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n+1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列的满矩形：没有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槽位、也不用打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。（它只作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Left-Up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的内部委托，不单独被选中）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4. Causal Swizzle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先看下面的虚拟矩形（两个三角拼成的满矩形），再对照上面两张真实的块图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17627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920240" y="5715000"/>
          <a:ext cx="4800600" cy="2267712"/>
        </p:xfrm>
        <a:graphic>
          <a:graphicData uri="http://schemas.openxmlformats.org/drawingml/2006/table">
            <a:tbl>
              <a:tblPr/>
              <a:tblGrid>
                <a:gridCol w="960120"/>
                <a:gridCol w="960120"/>
                <a:gridCol w="960120"/>
                <a:gridCol w="960120"/>
                <a:gridCol w="960120"/>
              </a:tblGrid>
              <a:tr h="566928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956816" y="5294376"/>
            <a:ext cx="4800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后的虚拟矩形（行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5084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486400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7040879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7443215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两个三角正好拼成一个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n+1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列的满矩形：没有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槽位、也不用打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。（它只作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Left-Up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的内部委托，不单独被选中）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同一个格子在两张真实图上各出现一次（颜色不同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不同）。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灰格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causal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区外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（打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，不加）；一条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间来回切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每核要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buffer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5. Left-Up Causal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：左上对齐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 · causal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680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572" y="1444752"/>
            <a:ext cx="173456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causal（S1 = S2）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26154" y="1444752"/>
            <a:ext cx="76708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21250" y="1444752"/>
            <a:ext cx="217703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 = S2 时 委托方形折叠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6300" y="1444752"/>
            <a:ext cx="183362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buffer 2 个 (parity)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87942" y="1444752"/>
            <a:ext cx="243789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可达性 ★ 偶 batch 且 S1 = S2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1847088"/>
            <a:ext cx="8778240" cy="1618488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m=3, S2 块数 n=3, batch 数 b=2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如果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m &lt;= n: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本例 3 &lt;= 3 成立 → 走这一支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直接套用 Causal Swizzle（方形折叠，见 4 节）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虚拟宽 = n+1 = 4 列,  虚拟高 = m = 3 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折回真实坐标、列内走完 S1 —— 与 4 节同一套公式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否则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(S1 更长, 虚拟高 = 2m-n+1):  才启用左上几何（见 5b 页）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67512" y="3739896"/>
          <a:ext cx="8522206" cy="32004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67512" y="7214616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7543800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本例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= S2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m &lt;= n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直接委托给方形折叠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，不启用左上几何；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" y="7818120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所以分派结果和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节完全一样：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虚拟宽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n+1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、零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、不用打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332720" y="7114032"/>
          <a:ext cx="4297680" cy="2852928"/>
        </p:xfrm>
        <a:graphic>
          <a:graphicData uri="http://schemas.openxmlformats.org/drawingml/2006/table">
            <a:tbl>
              <a:tblPr/>
              <a:tblGrid>
                <a:gridCol w="1188720"/>
                <a:gridCol w="768096"/>
                <a:gridCol w="2340864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也能用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S1=S2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8385048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667512" y="8787384"/>
          <a:ext cx="8778240" cy="1097280"/>
        </p:xfrm>
        <a:graphic>
          <a:graphicData uri="http://schemas.openxmlformats.org/drawingml/2006/table">
            <a:tbl>
              <a:tblPr/>
              <a:tblGrid>
                <a:gridCol w="868680"/>
                <a:gridCol w="79095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S1 = S2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时它不做自己的几何：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直接委托给方形折叠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，结果与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节一致。（选择器：偶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且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= S2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才选它）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5. Left-Up Causal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形状与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节相同（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），因为这一支就是委托方形折叠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对照两页可以确认结果一致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17627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920240" y="5715000"/>
          <a:ext cx="4800600" cy="2267712"/>
        </p:xfrm>
        <a:graphic>
          <a:graphicData uri="http://schemas.openxmlformats.org/drawingml/2006/table">
            <a:tbl>
              <a:tblPr/>
              <a:tblGrid>
                <a:gridCol w="960120"/>
                <a:gridCol w="960120"/>
                <a:gridCol w="960120"/>
                <a:gridCol w="960120"/>
                <a:gridCol w="960120"/>
              </a:tblGrid>
              <a:tr h="566928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956816" y="5294376"/>
            <a:ext cx="4800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后的虚拟矩形（行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5084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486400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7040879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7443215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S1 = S2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时它不做自己的几何：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直接委托给方形折叠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，结果与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节一致。（选择器：偶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且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= S2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才选它）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(B, S1, S2)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集合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，与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节的例子逐格相同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委托就是这条路。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区别只在调度器怎么选：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时它可能落到这条规则上，再走进方形折叠。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5b. Left-Up Causal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非方形例子（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 4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· S2 3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块）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上一页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=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，走的是委托的方形折叠；这一页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&gt;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，才是它自己的几何：虚拟高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2m-n+1 = 6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1115568"/>
            <a:ext cx="49377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⚠ </a:t>
            </a:r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选择器不会走这一支：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1389888"/>
            <a:ext cx="49377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S1 &gt; S2 </a:t>
            </a:r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350" b="0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 causal </a:t>
            </a:r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用</a:t>
            </a:r>
            <a:r>
              <a:rPr sz="1350" b="0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 dense + mask</a:t>
            </a:r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0" y="1664207"/>
            <a:ext cx="49377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本页只解释该算法的几何。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920240" y="2103120"/>
          <a:ext cx="2340864" cy="2926080"/>
        </p:xfrm>
        <a:graphic>
          <a:graphicData uri="http://schemas.openxmlformats.org/drawingml/2006/table">
            <a:tbl>
              <a:tblPr/>
              <a:tblGrid>
                <a:gridCol w="585216"/>
                <a:gridCol w="585216"/>
                <a:gridCol w="585216"/>
                <a:gridCol w="585216"/>
              </a:tblGrid>
              <a:tr h="585216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S1=4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956816" y="1682495"/>
            <a:ext cx="2340864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080760" y="2103120"/>
          <a:ext cx="2340864" cy="2926080"/>
        </p:xfrm>
        <a:graphic>
          <a:graphicData uri="http://schemas.openxmlformats.org/drawingml/2006/table">
            <a:tbl>
              <a:tblPr/>
              <a:tblGrid>
                <a:gridCol w="585216"/>
                <a:gridCol w="585216"/>
                <a:gridCol w="585216"/>
                <a:gridCol w="585216"/>
              </a:tblGrid>
              <a:tr h="585216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S1=4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117336" y="1682495"/>
            <a:ext cx="2340864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298448" y="2103120"/>
            <a:ext cx="0" cy="257495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39496" y="3253435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23560"/>
          <a:ext cx="2340864" cy="3712463"/>
        </p:xfrm>
        <a:graphic>
          <a:graphicData uri="http://schemas.openxmlformats.org/drawingml/2006/table">
            <a:tbl>
              <a:tblPr/>
              <a:tblGrid>
                <a:gridCol w="585216"/>
                <a:gridCol w="585216"/>
                <a:gridCol w="585216"/>
                <a:gridCol w="585216"/>
              </a:tblGrid>
              <a:tr h="53035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1956816" y="5202936"/>
            <a:ext cx="38404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后的虚拟矩形（行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9692640" y="3127248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9692640" y="5084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9692640" y="5486400"/>
          <a:ext cx="4800600" cy="1536192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S2=3)  (B=2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9692640" y="7370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9692640" y="7772400"/>
          <a:ext cx="4800600" cy="2304288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虚拟高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2m-n+1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每核负责的真实列数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667512" y="9528048"/>
            <a:ext cx="88696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形状一变，折叠几何跟着变：虚拟高从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变成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2m-n+1 = 6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，但规则本身没变。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每个核守一条虚拟列，落到真实坐标上就是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</a:t>
            </a:r>
            <a:r>
              <a:rPr sz="15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各一条</a:t>
            </a:r>
            <a:r>
              <a:rPr sz="15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3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条核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x 6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18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个槽位，正好铺满因果区的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18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个块。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6. GQA Dense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：任务切片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1 · GQA g=2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680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572" y="1444752"/>
            <a:ext cx="218694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causal（epilogue mask）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78528" y="1444752"/>
            <a:ext cx="730758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GQA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37302" y="1444752"/>
            <a:ext cx="188315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共享 workspace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2478023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m=2, S2 块数 n=2, batch 数 b=1, g=2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每条核要跑几轮: R = max(ceil(b*n*g/k), ceil(n/m), g) = 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(j-1)*R + ceil(r/m)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core j 独占 R 个连续 task id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批 = ceil( (task id % (b*g) 或取满) / g 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ceil(task id / (b*g))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第几组 = task id % g，得 0 时取 g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起点偏移 = ceil( (第几列 % (t1*m) 或取满) / t1 ),  t1 = R/gcd(b*g, R)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(轮内序号 + 起点偏移 - 1) % m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若 t1*m &lt; n: 还要一步 ID 重排修正（本例不触发）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4599431"/>
          <a:ext cx="8522206" cy="22860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7159751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748893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对应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份贡献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不保证同核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776325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R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非整除或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gcd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修正时会分裂）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切片分核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+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共享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的轮序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atomic add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0332720" y="4590288"/>
          <a:ext cx="4297679" cy="146304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0332720" y="634593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6748272"/>
          <a:ext cx="4297680" cy="2852928"/>
        </p:xfrm>
        <a:graphic>
          <a:graphicData uri="http://schemas.openxmlformats.org/drawingml/2006/table">
            <a:tbl>
              <a:tblPr/>
              <a:tblGrid>
                <a:gridCol w="1188720"/>
                <a:gridCol w="768096"/>
                <a:gridCol w="2340864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 &gt; 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7512" y="8330183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667512" y="8732519"/>
          <a:ext cx="8778240" cy="1097280"/>
        </p:xfrm>
        <a:graphic>
          <a:graphicData uri="http://schemas.openxmlformats.org/drawingml/2006/table">
            <a:tbl>
              <a:tblPr/>
              <a:tblGrid>
                <a:gridCol w="868680"/>
                <a:gridCol w="79095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同一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份贡献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不保证同核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R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非整除、或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gcd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修正时会分裂）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不依赖列私有，改用共享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的轮序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atomic add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6. GQA Dense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(S1,S2)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格上叠着两个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的任务，所以按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拆成两张图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04825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264408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285232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87568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—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不适用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468172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084064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KV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份贡献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不保证同核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共享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workspace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只出现一次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1920240" y="7644384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920240" y="8046720"/>
          <a:ext cx="6355080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1348740"/>
                <a:gridCol w="1348740"/>
                <a:gridCol w="1348740"/>
                <a:gridCol w="134874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716889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7571231"/>
          <a:ext cx="4800600" cy="1609344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同一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份贡献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不保证同核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R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非整除、或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gcd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修正时会分裂）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不依赖列私有，改用共享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的轮序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atomic add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同一格上两个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的任务分两行写；颜色仍是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、深浅仍是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本例两条列恰好各自单核；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跨核时不保证列私有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共享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按轮序累加。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7. TND Dense Swizzle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：逐批列私有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[3, 2]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[2, 3]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（长度不等）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74117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TND (变长)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36698" y="1444752"/>
            <a:ext cx="107086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非 causal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735578" y="1444752"/>
            <a:ext cx="76708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30674" y="1444752"/>
            <a:ext cx="128879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列私有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2478023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batch 数 b=2, 各 batch 长度不同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先算每个 batch 要跑几轮，存成前缀表（轮数可以逐 batch 不同）: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每 batch 轮数 = ceil(该 batch 列数 * head 数 / k) * 该 batch S1 块数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例子: batch1 要 3 轮, batch2 要 4 轮 → 前缀 [0, 3, 7]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在轮前缀表里查 r 落到哪个 batch, 批内轮号 = r - 该 batch 前缀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(批内轮号 / 该 batch S1 块数) * k + (j-1)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task id % 该 batch S2 块数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(第几列 + 批内轮号) % 该 batch S1 块数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超出该 batch 列数 → 本核本轮 idle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4599431"/>
          <a:ext cx="8522206" cy="36576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7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8531351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886053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每个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有自己的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round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前缀，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批内仍按列私有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排；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913485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核数超过本批列数时那一条核空转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变长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的代价。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7114032"/>
          <a:ext cx="4297680" cy="2852928"/>
        </p:xfrm>
        <a:graphic>
          <a:graphicData uri="http://schemas.openxmlformats.org/drawingml/2006/table">
            <a:tbl>
              <a:tblPr/>
              <a:tblGrid>
                <a:gridCol w="1188720"/>
                <a:gridCol w="768096"/>
                <a:gridCol w="2340864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也能用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 ≤ m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k=2 ≤ m=3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每个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按自己的长度排轮次，短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不拖累长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；核数超过本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列数时会有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7. TND Dense Swizzle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的网格大小不同：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batch1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3x2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batch2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2x3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1920239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1920239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153619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74920" y="2377440"/>
          <a:ext cx="2560320" cy="1920239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11149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285232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87568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468172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084064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1920240" y="7644384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920240" y="8046720"/>
          <a:ext cx="6355076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770708"/>
                <a:gridCol w="770708"/>
                <a:gridCol w="770708"/>
                <a:gridCol w="770708"/>
                <a:gridCol w="770708"/>
                <a:gridCol w="770708"/>
                <a:gridCol w="770708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8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8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716889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7571231"/>
          <a:ext cx="4800600" cy="2011680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每个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按自己的长度排轮次，短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不拖累长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；核数超过本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列数时会有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灰格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本轮无列可派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batch1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只有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列，第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轮只剩一条核有活）。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对比算法页的对照表：按最长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对齐要多花好几轮。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8. TND GQA Dense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：按面积展平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[2, 1]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[2, 2] · GQA g=2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74117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TND (变长)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36698" y="1444752"/>
            <a:ext cx="218694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causal（epilogue mask）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51654" y="1444752"/>
            <a:ext cx="730758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GQA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0428" y="1444752"/>
            <a:ext cx="188315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共享 workspace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3552444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batch 数 b=2, g=2, 各 batch 长度不同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先算每 batch 的任务面积并累加: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面积 = 该 batch S1 块数 * S2 块数;  面积前缀 = 逐 batch 累加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例子: 面积前缀 [0, 4, 6]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总轮数 = max(ceil(总面积*head数*g/k), 最大S1块数*g, 最大S2块数) = 6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全局 task id = (j-1) * 总轮数 + r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每条核独占一段，顺序扫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用面积前缀查出它属于哪个 batch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批内号 = 全局 task id - 该 batch 面积前缀 * (N2 数 * g)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片号   = ceil(批内号 / (m*n*g));  N2 = 片号 - 1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片内号 = 批内号 取模 (m*n*g)，得 0 时取满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ceil(片内号 / (m*g))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第几组 = ceil( (片内号 取模 (m*g)) / m 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(片内号 取模 (m*g)) 取模 m，得 0 时取 m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若 t1 &lt; n: 还有一步 gcd 对齐修正（本例不触发）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5673851"/>
          <a:ext cx="8522206" cy="32004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9148572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947775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按面积前缀把任务空间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展平后等分成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段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，每条核顺序扫自己那段；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9752076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不追求列私有，只保证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同轮各核的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(B,N2,G,S1)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互不相同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0332720" y="4590288"/>
          <a:ext cx="4297679" cy="146304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0332720" y="634593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换成按最长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对齐（示意）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6748272"/>
          <a:ext cx="4297680" cy="1426464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210312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做法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总轮数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说明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本页规则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（逐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各按自己的长度排，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短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不被拖慢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按最长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对齐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（示意）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所有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按最长的排，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短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大量空转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332720" y="83027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332720" y="8705088"/>
          <a:ext cx="4297680" cy="1097280"/>
        </p:xfrm>
        <a:graphic>
          <a:graphicData uri="http://schemas.openxmlformats.org/drawingml/2006/table">
            <a:tbl>
              <a:tblPr/>
              <a:tblGrid>
                <a:gridCol w="868680"/>
                <a:gridCol w="342900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变长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GQA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无法逐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对齐，直接把整个任务空间展平等分给各核，顺序扫过。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8. TND GQA Dense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面积大的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分到的格子多；每个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(S1,S2)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格上有两个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的任务，按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拆图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04825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264408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G=2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920240" y="5989320"/>
          <a:ext cx="2560317" cy="1706878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956816" y="556869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 N2=1 G=1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715000" y="5989320"/>
          <a:ext cx="2560317" cy="1706878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5751576" y="556869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 N2=1 G=2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3127248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—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不适用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5084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5486400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7040879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7443215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KV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份贡献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不保证同核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共享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workspace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只出现一次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变长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GQA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无法逐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对齐，直接把整个任务空间展平等分给各核，顺序扫过。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四个小块合起来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12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个任务，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条核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x 6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轮扫完，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零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batch2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只有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1x2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块，所以它那两张图更矮。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9.1.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性能对比：确定性开销（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det / nd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核时倍率）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倍率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det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nd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&gt; 1 = det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更慢）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36 case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BSND/TND x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小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/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中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/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大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msprof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侧），非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event record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17904"/>
            <a:ext cx="13898880" cy="5349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6976872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核时取自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msprof Task Duration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最小值；倍率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det / nd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；虚线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1.0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（无开销）；图内文字为全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ASCII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matplotlib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无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CJK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字体）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7379208"/>
          <a:ext cx="8467344" cy="1536192"/>
        </p:xfrm>
        <a:graphic>
          <a:graphicData uri="http://schemas.openxmlformats.org/drawingml/2006/table">
            <a:tbl>
              <a:tblPr/>
              <a:tblGrid>
                <a:gridCol w="2651760"/>
                <a:gridCol w="969264"/>
                <a:gridCol w="969264"/>
                <a:gridCol w="969264"/>
                <a:gridCol w="969264"/>
                <a:gridCol w="969264"/>
                <a:gridCol w="969264"/>
              </a:tblGrid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det/nd 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开销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(×)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 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小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 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中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 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 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小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 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中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 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det/nd 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几何平均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det/nd 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几何平均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1.70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最差组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1.62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1.58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1.84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67512" y="9061704"/>
            <a:ext cx="8741664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profiling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侧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kernel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时间），非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event record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端到端计时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78440" y="7379208"/>
            <a:ext cx="3520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怎么读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0378440" y="7781544"/>
          <a:ext cx="3154680" cy="1371600"/>
        </p:xfrm>
        <a:graphic>
          <a:graphicData uri="http://schemas.openxmlformats.org/drawingml/2006/table">
            <a:tbl>
              <a:tblPr/>
              <a:tblGrid>
                <a:gridCol w="1325880"/>
                <a:gridCol w="1828800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结论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倍率</a:t>
                      </a:r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&gt; 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确定性有开销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/ opst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1.20× / 1.32×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9189720"/>
            <a:ext cx="138988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结论：本仓库</a:t>
            </a:r>
            <a:r>
              <a:rPr sz="11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det/nd </a:t>
            </a:r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几何平均</a:t>
            </a:r>
            <a:r>
              <a:rPr sz="11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1.20×</a:t>
            </a:r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1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opst 1.32× —— </a:t>
            </a:r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整体更小；</a:t>
            </a:r>
            <a:r>
              <a:rPr sz="11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 </a:t>
            </a:r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侧差距最大（</a:t>
            </a:r>
            <a:r>
              <a:rPr sz="11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opst </a:t>
            </a:r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大</a:t>
            </a:r>
            <a:r>
              <a:rPr sz="11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接近</a:t>
            </a:r>
            <a:r>
              <a:rPr sz="11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2×</a:t>
            </a:r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），</a:t>
            </a:r>
            <a:r>
              <a:rPr sz="11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 </a:t>
            </a:r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大</a:t>
            </a:r>
            <a:r>
              <a:rPr sz="11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两边相当。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9.2.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det-vs-det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opst-det /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-det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同口径确定性实现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36 case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分组同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9.1 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≥ 0.8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达标（蓝柱），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&lt; 0.8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标灰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17904"/>
            <a:ext cx="13898880" cy="5349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6976872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核时取自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msprof Task Duration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最小值；比值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opst-det /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-det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；虚线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目标线；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&lt;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的柱标灰；图内文字为全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ASCII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7379208"/>
          <a:ext cx="8467344" cy="1536192"/>
        </p:xfrm>
        <a:graphic>
          <a:graphicData uri="http://schemas.openxmlformats.org/drawingml/2006/table">
            <a:tbl>
              <a:tblPr/>
              <a:tblGrid>
                <a:gridCol w="2651760"/>
                <a:gridCol w="969264"/>
                <a:gridCol w="969264"/>
                <a:gridCol w="969264"/>
                <a:gridCol w="969264"/>
                <a:gridCol w="969264"/>
                <a:gridCol w="969264"/>
              </a:tblGrid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 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对比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(×)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 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小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 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中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 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 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小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 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中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 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opst/ours 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几何平均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达标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(≥0.8×)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最差（组内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min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0.43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67512" y="9061704"/>
            <a:ext cx="8741664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profiling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侧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kernel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时间），非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event record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端到端计时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78440" y="7379208"/>
            <a:ext cx="3520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怎么读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0378440" y="7781544"/>
          <a:ext cx="3154680" cy="1828800"/>
        </p:xfrm>
        <a:graphic>
          <a:graphicData uri="http://schemas.openxmlformats.org/drawingml/2006/table">
            <a:tbl>
              <a:tblPr/>
              <a:tblGrid>
                <a:gridCol w="1325880"/>
                <a:gridCol w="1828800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结论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小</a:t>
                      </a:r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shape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明显落后（</a:t>
                      </a:r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0.4–0.7×</a:t>
                      </a: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</a:t>
                      </a:r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shape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基本追平（</a:t>
                      </a:r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≈1.0×</a:t>
                      </a: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几何平均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0.74×</a:t>
                      </a: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（全体）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9189720"/>
            <a:ext cx="138988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</a:t>
            </a:r>
            <a:r>
              <a:rPr sz="11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det </a:t>
            </a:r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侧几何平均</a:t>
            </a:r>
            <a:r>
              <a:rPr sz="11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0.74×</a:t>
            </a:r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。小</a:t>
            </a:r>
            <a:r>
              <a:rPr sz="11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差距最大（固定开销占比高），大</a:t>
            </a:r>
            <a:r>
              <a:rPr sz="11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已追平；</a:t>
            </a:r>
            <a:r>
              <a:rPr sz="11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GQA causal </a:t>
            </a:r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是</a:t>
            </a:r>
            <a:r>
              <a:rPr sz="11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 </a:t>
            </a:r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侧最大的单项缺口。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9.3.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nd-vs-nd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opst-nd /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-nd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非确定性基线流水线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36 case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分组同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9.1 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≥ 0.8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达标（蓝柱），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&lt; 0.8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标灰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17904"/>
            <a:ext cx="13898880" cy="5349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6976872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核时取自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msprof Task Duration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最小值；比值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opst-nd /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-nd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；虚线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目标线；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&lt;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的柱标灰；图内文字为全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ASCII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7379208"/>
          <a:ext cx="8467344" cy="1536192"/>
        </p:xfrm>
        <a:graphic>
          <a:graphicData uri="http://schemas.openxmlformats.org/drawingml/2006/table">
            <a:tbl>
              <a:tblPr/>
              <a:tblGrid>
                <a:gridCol w="2651760"/>
                <a:gridCol w="969264"/>
                <a:gridCol w="969264"/>
                <a:gridCol w="969264"/>
                <a:gridCol w="969264"/>
                <a:gridCol w="969264"/>
                <a:gridCol w="969264"/>
              </a:tblGrid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对比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(×)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 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小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 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中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 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 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小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 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中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 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opst/ours 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几何平均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达标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(≥0.8×)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最差（组内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min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0.46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67512" y="9061704"/>
            <a:ext cx="8741664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profiling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侧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kernel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时间），非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event record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端到端计时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78440" y="7379208"/>
            <a:ext cx="3520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怎么读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0378440" y="7781544"/>
          <a:ext cx="3154680" cy="1828800"/>
        </p:xfrm>
        <a:graphic>
          <a:graphicData uri="http://schemas.openxmlformats.org/drawingml/2006/table">
            <a:tbl>
              <a:tblPr/>
              <a:tblGrid>
                <a:gridCol w="1325880"/>
                <a:gridCol w="1828800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结论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小</a:t>
                      </a:r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shape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差距最大（</a:t>
                      </a:r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10–30µs</a:t>
                      </a: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中</a:t>
                      </a:r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/</a:t>
                      </a: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</a:t>
                      </a:r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shape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1.1–1.5×</a:t>
                      </a: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（既有问题）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几何平均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0.68×</a:t>
                      </a: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（全体）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9189720"/>
            <a:ext cx="138988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</a:t>
            </a:r>
            <a:r>
              <a:rPr sz="11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nd </a:t>
            </a:r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侧几何平均</a:t>
            </a:r>
            <a:r>
              <a:rPr sz="11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0.68×</a:t>
            </a:r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；差距是分支既有的基础流水线问题，与确定性重构无关（合并目标</a:t>
            </a:r>
            <a:r>
              <a:rPr sz="11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cube Optimize </a:t>
            </a:r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后部分</a:t>
            </a:r>
            <a:r>
              <a:rPr sz="11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mid shape </a:t>
            </a:r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还略有变慢）。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9.4.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全矩阵明细（核时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μs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min of 25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36 case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BSND 21 + TND 15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×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det/nd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opst det/nd · msprof 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Task Duration min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空缺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参考实现无法运行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572768"/>
          <a:ext cx="6373368" cy="3675888"/>
        </p:xfrm>
        <a:graphic>
          <a:graphicData uri="http://schemas.openxmlformats.org/drawingml/2006/table">
            <a:tbl>
              <a:tblPr/>
              <a:tblGrid>
                <a:gridCol w="2788920"/>
                <a:gridCol w="896112"/>
                <a:gridCol w="896112"/>
                <a:gridCol w="896112"/>
                <a:gridCol w="896112"/>
              </a:tblGrid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核时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(μs)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b1·128×128·c·H2/2·D128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b1·128×128·nc·H2/2·D128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b2·200×300·c·H4/2·D64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b2·300×500·nc·H4/1·D64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b2·33×77·c·H4/4·D64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b1·1024×1024·c·H8/8·D128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74.4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61.6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59.5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45.8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b1·1024×1024·nc·H8/8·D128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82.1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57.5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b2·333×777·c·H4/4·D64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b2·777×333·nc·H4/4·D64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b1·1024×1024·c·H8/2·D128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98.1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81.1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75.9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42.3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b1·1024×1024·nc·H8/2·D128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103.3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96.3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54.5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67512" y="5394960"/>
            <a:ext cx="6647688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profiling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侧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kernel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时间），非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event record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端到端计时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60920" y="1572768"/>
          <a:ext cx="6373368" cy="3369564"/>
        </p:xfrm>
        <a:graphic>
          <a:graphicData uri="http://schemas.openxmlformats.org/drawingml/2006/table">
            <a:tbl>
              <a:tblPr/>
              <a:tblGrid>
                <a:gridCol w="2788920"/>
                <a:gridCol w="896112"/>
                <a:gridCol w="896112"/>
                <a:gridCol w="896112"/>
                <a:gridCol w="896112"/>
              </a:tblGrid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核时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(μs)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b2·300×500·c·H4/1·D64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b2·300×500·nc·H4/1·D64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21.8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b2·500×900·c·H6/3·D128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31.1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b2·500×900·nc·H6/3·D128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64.3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60.0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46.6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b2·777×333·nc·H6/3·D64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42.0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b1·2048×2048·c·H8/8·D128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183.8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118.3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103.4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b1·2048×2048·nc·H8/8·D128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317.1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154.4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b1·2048×2048·c·H8/2·D128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247.5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182.5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140.0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94.1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b1·4096×4096·c·H4/4·D128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247.9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177.7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b1·4096×4096·nc·H4/4·D128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540.7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444.5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60920" y="5088636"/>
            <a:ext cx="6647688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profiling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侧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kernel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时间），非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event record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端到端计时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67512" y="5925312"/>
          <a:ext cx="6373368" cy="2756916"/>
        </p:xfrm>
        <a:graphic>
          <a:graphicData uri="http://schemas.openxmlformats.org/drawingml/2006/table">
            <a:tbl>
              <a:tblPr/>
              <a:tblGrid>
                <a:gridCol w="2788920"/>
                <a:gridCol w="896112"/>
                <a:gridCol w="896112"/>
                <a:gridCol w="896112"/>
                <a:gridCol w="896112"/>
              </a:tblGrid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核时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(μs)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256+384·c·H4/4·D128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256+384·nc·H4/4·D128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100+800/300+1300·c·H4/1·D64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71.2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100+800/300+400·nc·H4/1·D64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52.5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49.7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100+800/300+400·nc·H4/4·D64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34.0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512+1024/768+1280·c·H4/2·D128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63.5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53.4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512+1024/768+1280·nc·H4/2·D128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58.1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49.0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2×2048·c·H8/8·D128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252.6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67512" y="8828532"/>
            <a:ext cx="6647688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profiling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侧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kernel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时间），非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event record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端到端计时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360920" y="5925312"/>
          <a:ext cx="6373368" cy="2450592"/>
        </p:xfrm>
        <a:graphic>
          <a:graphicData uri="http://schemas.openxmlformats.org/drawingml/2006/table">
            <a:tbl>
              <a:tblPr/>
              <a:tblGrid>
                <a:gridCol w="2788920"/>
                <a:gridCol w="896112"/>
                <a:gridCol w="896112"/>
                <a:gridCol w="896112"/>
                <a:gridCol w="896112"/>
              </a:tblGrid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核时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(μs)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2×2048·nc·H8/8·D128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594.9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446.4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332.9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2×1024·c·H8/2·D128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112.9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118.8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88.1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63.3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2×1024·nc·H8/2·D128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145.1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91.0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87.8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8×512·c·H8/8·D128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180.5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79.5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8×512·nc·H8/8·D128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301.4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164.2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134.1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1×4096·c·H4/4·D128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276.8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—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—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1×4096·nc·H4/4·D128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529.1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458.8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304.3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269.5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360920" y="8522208"/>
            <a:ext cx="6647688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profiling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侧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kernel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时间），非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event record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端到端计时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10012680"/>
            <a:ext cx="138988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表内加粗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该列（口径）的全局最小值（核时越小越好）；取值均为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msprof Task Duration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最小值，非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event record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