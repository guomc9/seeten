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5240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0.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总览：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7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种任务索引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同一个问题：给定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(round, core)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，这一轮这条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该算哪一块？七种规则给出七种分派方式。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572768"/>
          <a:ext cx="10241280" cy="4215383"/>
        </p:xfrm>
        <a:graphic>
          <a:graphicData uri="http://schemas.openxmlformats.org/drawingml/2006/table">
            <a:tbl>
              <a:tblPr/>
              <a:tblGrid>
                <a:gridCol w="3657600"/>
                <a:gridCol w="1463040"/>
                <a:gridCol w="1280160"/>
                <a:gridCol w="1280160"/>
                <a:gridCol w="1280160"/>
                <a:gridCol w="128016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layout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头型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总轮数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 Dense Swizzle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2. Dense Index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3. Causal Swizzle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4. Left-Up Causal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5. GQA Dense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BSND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6. TND Dense Swizzle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MHA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530352"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7. TND GQA Dense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TND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否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" y="6309360"/>
            <a:ext cx="13898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所有规则都是纯算术：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(round, core)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一确定，结果就唯一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这就是确定性的来源。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6995160"/>
            <a:ext cx="1188720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怎么读后面的例子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7452360"/>
            <a:ext cx="1188720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先看第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页：所有规则共用同一个轴遍历顺序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 → n2 → s2 → s1 → d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7836408"/>
            <a:ext cx="1188720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算法页：伪代码讲逻辑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任务矩阵（行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round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core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→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为什么这样分。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8220456"/>
            <a:ext cx="1188720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例子页：网格纵轴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、横轴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；色相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core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，深浅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轮次，灰格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idle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995160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332720" y="7324344"/>
          <a:ext cx="4251960" cy="2688336"/>
        </p:xfrm>
        <a:graphic>
          <a:graphicData uri="http://schemas.openxmlformats.org/drawingml/2006/table">
            <a:tbl>
              <a:tblPr/>
              <a:tblGrid>
                <a:gridCol w="1005840"/>
                <a:gridCol w="3246120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记号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含义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KV head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里的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Q head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Q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方向第几块（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128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KV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方向第几块（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128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head dim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tile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内不切分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1.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轴遍历顺序与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dS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分块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七种规则共用同一个铺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的顺序：外层慢、内层快。先认这个顺序，后面的分派才看得懂。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566928" cy="420624"/>
        </p:xfrm>
        <a:graphic>
          <a:graphicData uri="http://schemas.openxmlformats.org/drawingml/2006/table">
            <a:tbl>
              <a:tblPr/>
              <a:tblGrid>
                <a:gridCol w="566928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370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" y="2029967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最外层：一个</a:t>
            </a:r>
            <a:r>
              <a:rPr sz="11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1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的活排完再换下一个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44752" y="1764792"/>
            <a:ext cx="49377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0" y="1554480"/>
          <a:ext cx="566928" cy="420624"/>
        </p:xfrm>
        <a:graphic>
          <a:graphicData uri="http://schemas.openxmlformats.org/drawingml/2006/table">
            <a:tbl>
              <a:tblPr/>
              <a:tblGrid>
                <a:gridCol w="566928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370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883664" y="2029967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KV head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33472" y="1764792"/>
            <a:ext cx="49377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0" y="1554480"/>
          <a:ext cx="566928" cy="420624"/>
        </p:xfrm>
        <a:graphic>
          <a:graphicData uri="http://schemas.openxmlformats.org/drawingml/2006/table">
            <a:tbl>
              <a:tblPr/>
              <a:tblGrid>
                <a:gridCol w="566928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370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072384" y="2029967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</a:t>
            </a:r>
            <a:r>
              <a:rPr sz="11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1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</a:t>
            </a:r>
            <a:r>
              <a:rPr sz="11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“</a:t>
            </a:r>
            <a:r>
              <a:rPr sz="11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列私有</a:t>
            </a:r>
            <a:r>
              <a:rPr sz="11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”</a:t>
            </a:r>
            <a:r>
              <a:rPr sz="11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就是在这个粒度上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22191" y="1764792"/>
            <a:ext cx="493777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389120" y="1554480"/>
          <a:ext cx="566928" cy="420624"/>
        </p:xfrm>
        <a:graphic>
          <a:graphicData uri="http://schemas.openxmlformats.org/drawingml/2006/table">
            <a:tbl>
              <a:tblPr/>
              <a:tblGrid>
                <a:gridCol w="566928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82A7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61104" y="2029967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列内旋转的粒度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1764792"/>
            <a:ext cx="49377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577840" y="1554480"/>
          <a:ext cx="566928" cy="420624"/>
        </p:xfrm>
        <a:graphic>
          <a:graphicData uri="http://schemas.openxmlformats.org/drawingml/2006/table">
            <a:tbl>
              <a:tblPr/>
              <a:tblGrid>
                <a:gridCol w="566928"/>
              </a:tblGrid>
              <a:tr h="420624">
                <a:tc>
                  <a:txBody>
                    <a:bodyPr wrap="none"/>
                    <a:lstStyle/>
                    <a:p>
                      <a:pPr algn="ctr"/>
                      <a:r>
                        <a:rPr sz="1600" b="1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82A7F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49824" y="2029967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head dim</a:t>
            </a:r>
            <a:r>
              <a:rPr sz="11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1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1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内最内层，不参与调度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88920"/>
            <a:ext cx="8229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dS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的分块顺序：先沿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走完一列，再换下一列（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419856"/>
            <a:ext cx="45720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task id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展开（前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8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个）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31920" y="3749040"/>
          <a:ext cx="4206240" cy="329184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822960"/>
                <a:gridCol w="822960"/>
                <a:gridCol w="82296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task id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463040" y="3127248"/>
            <a:ext cx="10972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→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463040" y="3419856"/>
          <a:ext cx="2194560" cy="1700784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</a:tblGrid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5229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62FD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B48F8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526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734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58F9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62BB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838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368F9"/>
                    </a:solidFill>
                  </a:tcPr>
                </a:tc>
              </a:tr>
            </a:tbl>
          </a:graphicData>
        </a:graphic>
      </p:graphicFrame>
      <p:cxnSp>
        <p:nvCxnSpPr>
          <p:cNvPr id="23" name="Connector 22"/>
          <p:cNvCxnSpPr/>
          <p:nvPr/>
        </p:nvCxnSpPr>
        <p:spPr>
          <a:xfrm>
            <a:off x="1115568" y="3419856"/>
            <a:ext cx="0" cy="190195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6616" y="4233672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230368"/>
            <a:ext cx="32918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一列</a:t>
            </a:r>
            <a:r>
              <a:rPr sz="12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2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</a:t>
            </a:r>
            <a:r>
              <a:rPr sz="12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2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列，走完再换下一列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691640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057400"/>
            <a:ext cx="4846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task id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低位走内层轴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同一轮里各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拿到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359152"/>
            <a:ext cx="4846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连续的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，落在相邻的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列（或相邻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）上。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660904"/>
            <a:ext cx="4846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轮里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不变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它守着同一条列，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962656"/>
            <a:ext cx="4846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只在列内把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转一圈，这才是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“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单核顺序累加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”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264408"/>
            <a:ext cx="4846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所以同一个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会出现在多条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的任务里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那是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566160"/>
            <a:ext cx="4846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不同轮次、不同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；而在同一条</a:t>
            </a:r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内部它始终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867912"/>
            <a:ext cx="4846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 </a:t>
            </a:r>
            <a:r>
              <a:rPr sz="13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是同一列连续多轮。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4389120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五个轴各自是什么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9692640" y="4718304"/>
          <a:ext cx="4251960" cy="2304288"/>
        </p:xfrm>
        <a:graphic>
          <a:graphicData uri="http://schemas.openxmlformats.org/drawingml/2006/table">
            <a:tbl>
              <a:tblPr/>
              <a:tblGrid>
                <a:gridCol w="731520"/>
                <a:gridCol w="3520440"/>
              </a:tblGrid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轴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含义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n2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KV head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KV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方向第几块（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128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Q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方向第几块（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128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head dim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tile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内最内层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67512" y="9281160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后面每种规则，只是把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“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低位先走哪个轴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”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换一下；换法不同，就得到不同的分派与不同的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分布。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9921240"/>
            <a:ext cx="138988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task id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顺序；颜色越深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越早执行。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2. Dense Swizzle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：列私有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swizzle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223772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9300" y="1444752"/>
            <a:ext cx="97942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 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6740" y="1444752"/>
            <a:ext cx="135255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头型 MHA (g=1)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07306" y="1444752"/>
            <a:ext cx="123037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列私有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18333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m=3, S2 块数 n=3, batch 数 b=2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((r-1) / m) * k + (j-1)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每个 m 轮跨度内不变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task id % n + 1     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低位先走 S2 列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第几批 = task id / n + 1     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列走完才换 batch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(第几列-1 + r-1) % m + 1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列内 S1 每轮转一格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输出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: B, N2, G, S1=第几行, S2=第几列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3954780"/>
          <a:ext cx="8522206" cy="438912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E37A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707A6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EB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C08BA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144C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109CD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451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A0AF5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7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75FE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A1EF5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8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A6D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5932F6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9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8599932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8910828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task id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的低位是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列，所以同一轮里相邻两条核落到相邻的两列上；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9185148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一条核在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轮内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不变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它一直守着同一列，只在列内把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转一圈。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9459467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出现在多条核上时，那是不同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、不同轮。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98678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332720" y="4315968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0332720" y="6601968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332720" y="6931152"/>
          <a:ext cx="4251959" cy="2523744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2103120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★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本页用它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≤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&gt;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时才需要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形状才用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为偶且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与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等长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g=1 &gt; 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67512" y="10195560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一条核在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轮里始终守着同一条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列，只把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转一圈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dK/dV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因此是单核顺序累加。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2. Dense Swizzle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把任务矩阵摊到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S1×S2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平面上：纵轴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、横轴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，颜色是核，格内是第几轮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C08B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E37A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451EB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EB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707A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144C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719072"/>
            <a:ext cx="217627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1500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109C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5932F6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75FE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A0A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A6D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A1E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5157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0240" y="5047488"/>
            <a:ext cx="1371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色相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core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971800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30168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17136" y="5047488"/>
            <a:ext cx="1737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深浅</a:t>
            </a:r>
            <a:r>
              <a:rPr sz="14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468112"/>
            <a:ext cx="914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第几轮：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8892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154679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E37A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520439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EB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88620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144C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25196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61772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451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98348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75F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34924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A6DEE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843016" y="5468112"/>
            <a:ext cx="23774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越深越靠前，共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9 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37744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692640" y="2706624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S2=1  B=1 S2=3  B=2 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S2=2  B=2 S2=1  B=2 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9692640" y="4325112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9692640" y="4654296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920240" y="572414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920240" y="6053328"/>
          <a:ext cx="425196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2402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67512" y="9235440"/>
            <a:ext cx="8869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一条核在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轮里始终守着同一条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列，只把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转一圈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dK/dV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因此是单核顺序累加。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10058400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同一列颜色相同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列私有；同一条核的任务用同色相的深浅区分轮次。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10442448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两条核各包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条列，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9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轮正好把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18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个块铺满。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3. Dense Index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：批优先旋转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&gt;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223772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9300" y="1444752"/>
            <a:ext cx="97942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 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6740" y="1444752"/>
            <a:ext cx="135255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头型 MHA (g=1)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07306" y="1444752"/>
            <a:ext cx="123037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列私有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65697" y="1444752"/>
            <a:ext cx="1332738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核数 &gt; S1 块数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847088"/>
            <a:ext cx="8778240" cy="18333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k=4, S1 块数 m=2, S2 块数 n=2, batch 数 b=2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((r-1) / m) * k + j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1 起算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第几批 = task id % b，得 0 时取 b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低位先走 B（与上一页相反）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ceil(task id / b)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((第几列 % m) + (r % m) - 1) % m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输出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: B, N2, G, S1=第几行, S2=第几列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3954780"/>
          <a:ext cx="8522204" cy="1316736"/>
        </p:xfrm>
        <a:graphic>
          <a:graphicData uri="http://schemas.openxmlformats.org/drawingml/2006/table">
            <a:tbl>
              <a:tblPr/>
              <a:tblGrid>
                <a:gridCol w="1051560"/>
                <a:gridCol w="1867661"/>
                <a:gridCol w="1867661"/>
                <a:gridCol w="1867661"/>
                <a:gridCol w="1867661"/>
              </a:tblGrid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1787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53494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8D5C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47F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7512" y="5527548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583844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低位换成了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：同一轮各核落在不同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、同一列上，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不会撞；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611276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所以核数可以超过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代价是核不再独占整条列，改由切片保证有序。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98678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332720" y="4315968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0332720" y="6601968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332720" y="6931152"/>
          <a:ext cx="4251959" cy="2523744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2103120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≤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★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本页用它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&gt;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时才需要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形状才用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为偶且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与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等长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g=1 &gt; 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67512" y="10195560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低位改成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后，同一轮里各核落在不同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上，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S1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撞不到一起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所以核数可以超过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块数。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3. Dense Index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同一个块集（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2 batch x 2x2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块）换成本页规则，只用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轮就铺满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8D5CD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1787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98448" y="2377440"/>
            <a:ext cx="0" cy="2048256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9496" y="3264408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719072"/>
            <a:ext cx="204825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1500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47FF8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5349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5157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0240" y="5047488"/>
            <a:ext cx="1371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色相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core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971800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30168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288536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A8A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946904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5B8FF9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833872" y="5047488"/>
            <a:ext cx="1737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深浅</a:t>
            </a:r>
            <a:r>
              <a:rPr sz="14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468112"/>
            <a:ext cx="914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第几轮：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78892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154679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648456" y="5468112"/>
            <a:ext cx="23774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越深越靠前，共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37744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9692640" y="2706624"/>
          <a:ext cx="4800600" cy="2011680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C4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9692640" y="512978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9692640" y="5458968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920240" y="572414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1920240" y="6053328"/>
          <a:ext cx="425196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2402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67512" y="9235440"/>
            <a:ext cx="8869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低位改成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后，同一轮里各核落在不同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上，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S1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撞不到一起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所以核数可以超过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块数。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10058400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4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条核各守一条列，每列恰好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个块。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10442448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对比上一页：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&gt;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，列优先的规则在这里不能用。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4. Causal Swizzle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：因果折叠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 · causal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223772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9300" y="1444752"/>
            <a:ext cx="147472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 是，方形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22040" y="1444752"/>
            <a:ext cx="135255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头型 MHA (g=1)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2606" y="1444752"/>
            <a:ext cx="174218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buffer 2 个 (parity)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2048255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m=3, S2 块数 n=3, batch 数 b=2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第 1 步：把相邻两个 batch 折成一个虚拟矩形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虚拟宽 = n+1 = 4 列,  虚拟高 = m = 3 行,  虚拟 batch 数 = b/2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第 2 步：在虚拟矩形里按“列私有”规则取 task（同 Dense Swizzle）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第 3 步：把虚拟坐标折回真实坐标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如果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虚拟行 &gt;= 虚拟列+1: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右上三角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    batch = 2*虚拟批; 行 = m+1-虚拟行; 列 = 2n-m-虚拟列+2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否则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: batch = 2*虚拟批-1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左下三角，行列照抄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4169663"/>
          <a:ext cx="8522206" cy="3072384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B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A08B2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145C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109D1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450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90AF1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E65E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5026F6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7498079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780897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把两个相邻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的三角拼成一个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 x (n+1)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的满矩形，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task id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在矩形里按同样的低位规则排；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808329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奇数列用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parity-0 buffer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、偶数列用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parity-1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，所以一条核在两个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之间交替。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835761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矩形是满的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没有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idle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槽位，也不需要在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epilogue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打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98678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332720" y="4315968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0332720" y="6601968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332720" y="6931152"/>
          <a:ext cx="4251959" cy="2523744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2103120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≤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&gt;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时才需要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★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本页用它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形状才用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也能用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为偶且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与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等长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g=1 &gt; 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67512" y="10195560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两个三角正好拼成一个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n+1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列的满矩形：没有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槽位、也不用打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4. Causal Swizzle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先看下面的虚拟矩形（两个三角拼成的满矩形），再对照上面两张真实的块图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B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145C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A08B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450E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719072"/>
            <a:ext cx="217627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15000" y="2377440"/>
          <a:ext cx="256032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5026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90A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E65E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109D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5157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0240" y="5047488"/>
            <a:ext cx="1371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色相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core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971800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30168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17136" y="5047488"/>
            <a:ext cx="1737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深浅</a:t>
            </a:r>
            <a:r>
              <a:rPr sz="14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468112"/>
            <a:ext cx="914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第几轮：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8892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154679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BA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520439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145C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88620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45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25196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E65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61772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111496" y="5468112"/>
            <a:ext cx="23774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越深越靠前，共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6 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920240" y="6227064"/>
          <a:ext cx="4800600" cy="2267712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  <a:gridCol w="96012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109D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E65E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90AF1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B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5026F6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145C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A08B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450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956816" y="5861304"/>
            <a:ext cx="4800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后的虚拟矩形（行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，列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11680" y="6153912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92640" y="237744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9692640" y="2706624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S2=1  B=1 S2=3  B=2 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S2=2  B=2 S2=1  B=2 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9692640" y="4325112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9692640" y="4654296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9692640" y="7077456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9692640" y="7406640"/>
          <a:ext cx="425196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2402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67512" y="9235440"/>
            <a:ext cx="8869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两个三角正好拼成一个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n+1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列的满矩形：没有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槽位、也不用打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mask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10058400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同一个格子在两张真实图上各出现一次，颜色深浅说明同一条核的轮次推进。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10442448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一条核在两个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之间来回切，所以每核要两个累加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buffer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parity 0/1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5. Left-Up Causal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：左上对齐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2 · causal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&gt; S2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223772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9300" y="1444752"/>
            <a:ext cx="1662938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 是，S1 &gt; 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254" y="1444752"/>
            <a:ext cx="135255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头型 MHA (g=1)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90820" y="1444752"/>
            <a:ext cx="174218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buffer 2 个 (parity)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2263139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m=3, S2 块数 n=2, batch 数 b=2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如果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m &lt;= n:  直接套用 Causal Swizzle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否则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(S1 更长):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虚拟高 = 2m-n+1 = 5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列号  = (r-1)/虚拟高 * active core 数 + (j-1)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配对号 = 列号/n+1;  虚拟列 = 列号%n+1;  虚拟行 = (r-1)%虚拟高+1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奇数 batch 可用行数 = m - 虚拟列 + 1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如果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虚拟行 &lt;= 可用行数: 奇数 batch, 行 = 虚拟列+虚拟行-1, 列 = 虚拟列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否则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:                  偶数 batch, 行 = m-(虚拟行-可用行数)+1, 列 = n-虚拟列+1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4384547"/>
          <a:ext cx="8522206" cy="2633472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EB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C08BA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75FE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A1EF5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7274051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7584946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比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长时换一套几何：虚拟高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2m-n+1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，每列只有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行有活；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7859267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多出来的行是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，落在因果区外的块由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epilogue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mask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打掉（贡献精确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0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98678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332720" y="4315968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332720" y="6601968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6931152"/>
          <a:ext cx="4251959" cy="2523744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2103120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≤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&gt;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时才需要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也能用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形状才用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★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本页用它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为偶且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与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等长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g=1 &gt; 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67512" y="10195560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虚拟矩形比真实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causal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区大：多出来的轮次是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，靠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mask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打掉。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5. Left-Up Causal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虚拟高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5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行里，每列只有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行有活；灰格是凑不满的部分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17" cy="3413756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EB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C08B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98448" y="2377440"/>
            <a:ext cx="0" cy="2901696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9496" y="3691127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719072"/>
            <a:ext cx="204825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15000" y="2377440"/>
          <a:ext cx="2560317" cy="3413756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A1E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75FED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5157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0240" y="5900928"/>
            <a:ext cx="1371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色相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core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971800" y="585520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30168" y="585520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17136" y="5900928"/>
            <a:ext cx="1737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深浅</a:t>
            </a:r>
            <a:r>
              <a:rPr sz="14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6321552"/>
            <a:ext cx="914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第几轮：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88920" y="628497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154679" y="628497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EB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520439" y="628497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886200" y="628497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75F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251960" y="628497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745736" y="6321552"/>
            <a:ext cx="23774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越深越靠前，共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5 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9692640" y="2377440"/>
          <a:ext cx="2880360" cy="3401568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虚拟列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EB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C08BA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75FE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A1EF5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虚拟行</a:t>
                      </a:r>
                      <a:r>
                        <a:rPr sz="11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1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9729215" y="2011680"/>
            <a:ext cx="2880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后的虚拟矩形（行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，列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8408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92640" y="6190488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692640" y="6519672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S2=1  B=2 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S2=2  B=2 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9692640" y="8138160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9692640" y="8467344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920240" y="657758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920240" y="6906768"/>
          <a:ext cx="425196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2402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67512" y="9235440"/>
            <a:ext cx="8869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虚拟矩形比真实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causal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区大：多出来的轮次是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，靠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mask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打掉。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10058400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红色格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本轮该核没任务（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idle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）；灰格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落在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causal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区外、要靠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mask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的块。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10442448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注：选择器目前只在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等长时选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Left-Up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，那时它会委托给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Causal Swizzle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6. GQA Dense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：任务切片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batch 1 · GQA g=2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223772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BSND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9300" y="1444752"/>
            <a:ext cx="218795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 跟随 epilogue mask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5272" y="1444752"/>
            <a:ext cx="135255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头型 GQA (g&gt;1)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5838" y="1444752"/>
            <a:ext cx="182473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共享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2263139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S1 块数 m=2, S2 块数 n=2, batch 数 b=1, g=2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每条核要跑几轮: R = max(ceil(b*n*g/k), ceil(n/m), g) = 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(j-1)*R + ceil(r/m)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core j 独占 R 个连续 task id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批 = ceil( (task id % (b*g) 或取满) / g 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ceil(task id / (b*g))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第几组 = task id % g，得 0 时取 g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起点偏移 = ceil( (第几列 % (t1*m) 或取满) / t1 ),  t1 = R/gcd(b*g, R)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(轮内序号 + 起点偏移 - 1) % 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4384547"/>
          <a:ext cx="8522206" cy="219456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042B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08C7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A56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F11F5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6835138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714603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里一个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对应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，一条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列会横跨多条核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→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没法列私有；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7420354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改用连续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task id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切片分给各核，靠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gcd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修正让同一轮各核的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(B,N2,G,S1)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互不相同，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769467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跨核的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atomic add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因此有确定的先后。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98678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332720" y="4315968"/>
          <a:ext cx="4251960" cy="1609344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0332720" y="6199632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332720" y="6528816"/>
          <a:ext cx="4251959" cy="2523744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2103120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≤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&gt;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时才需要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形状才用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为偶且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与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等长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★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本页用它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g=2 &gt; 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67512" y="10195560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一条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列横跨多条核，没法列私有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改用共享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的轮序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atomic add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，确定性靠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“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同轮各核的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(B,N2,G,S1)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互不相同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”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6. GQA Dense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(S1,S2)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格上叠着两个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的任务，所以按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拆成两张图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08C7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042B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98448" y="2377440"/>
            <a:ext cx="0" cy="2048256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9496" y="3264408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719072"/>
            <a:ext cx="204825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1500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A56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F11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5157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0240" y="5047488"/>
            <a:ext cx="1371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色相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core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971800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30168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17136" y="5047488"/>
            <a:ext cx="1737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深浅</a:t>
            </a:r>
            <a:r>
              <a:rPr sz="14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468112"/>
            <a:ext cx="914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第几轮：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8892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154679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042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520439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A56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88620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379976" y="5468112"/>
            <a:ext cx="23774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越深越靠前，共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37744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9692640" y="2706624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9692640" y="4325112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9692640" y="4654296"/>
          <a:ext cx="4251960" cy="1609344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920240" y="572414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1920240" y="6053328"/>
          <a:ext cx="425196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2402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—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不适用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67512" y="9235440"/>
            <a:ext cx="8869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一条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列横跨多条核，没法列私有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改用共享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workspace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的轮序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atomic add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，确定性靠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“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同轮各核的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(B,N2,G,S1)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互不相同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”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10058400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颜色色相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哪条核，深浅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第几轮；两张图合起来看，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8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个任务各归各的核。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10442448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G1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交替落位，避免同轮抢同一个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7. TND Dense Swizzle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：逐批列私有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各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[3, 2]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[2, 3]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（长度不等）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61010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TND (变长)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05634" y="1444752"/>
            <a:ext cx="97942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 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3074" y="1444752"/>
            <a:ext cx="135255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头型 MHA (g=1)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3640" y="1444752"/>
            <a:ext cx="123037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列私有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247802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batch 数 b=2, 各 batch 长度不同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先算每个 batch 要跑几轮，存成前缀表（轮数可以逐 batch 不同）: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每 batch 轮数 = ceil(该 batch 列数 * head 数 / k) * 该 batch S1 块数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例子: batch1 要 3 轮, batch2 要 4 轮 → 前缀 [0, 3, 7]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在轮前缀表里查 r 落到哪个 batch, 批内轮号 = r - 该 batch 前缀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= (批内轮号 / 该 batch S1 块数) * k + (j-1)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task id % 该 batch S2 块数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(第几列 + 批内轮号) % 该 batch S1 块数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task id 超出该 batch 列数 → 本核本轮 idle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4599431"/>
          <a:ext cx="8522206" cy="3511296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E39A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907AD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042B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08C7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A56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F11F5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368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7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8366758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867765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每个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有自己的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round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前缀（长度可以不同），批内仍然按列私有排；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8951975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核数超过本批的列数时，该轮这条核空转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这是变长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的代价。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98678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332720" y="4315968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332720" y="6601968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同一形状下其它规则能不能用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6931152"/>
          <a:ext cx="4251959" cy="2523744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2103120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规则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本形状下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≤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Dense Index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也能用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&gt;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块数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0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时才需要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Swizzle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causal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形状才用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Left-Up Causal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batch 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为偶且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与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S2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等长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GQA Dense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用不上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g=1 &gt; 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才用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67512" y="10195560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每个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按自己的长度排轮次，短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不拖累长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；核数超过本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列数时会有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7. TND Dense Swizzle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的网格大小不同：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batch1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是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3x2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块，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batch2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是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2x3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1920239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F08C7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E39A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042B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907A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2011680"/>
            <a:ext cx="1920239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98448" y="2377440"/>
            <a:ext cx="0" cy="2176272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9496" y="3328416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719072"/>
            <a:ext cx="1536192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74920" y="2377440"/>
          <a:ext cx="2560320" cy="1920239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F1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368EE"/>
                    </a:solidFill>
                  </a:tcPr>
                </a:tc>
              </a:tr>
              <a:tr h="64008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A56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50AE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11149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66359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0240" y="5047488"/>
            <a:ext cx="1371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色相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core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971800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30168" y="500176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17136" y="5047488"/>
            <a:ext cx="1737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深浅</a:t>
            </a:r>
            <a:r>
              <a:rPr sz="14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468112"/>
            <a:ext cx="914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第几轮：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8892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154679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E39A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520439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042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88620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24B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25196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A56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61772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368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983480" y="543153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77255" y="5468112"/>
            <a:ext cx="23774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越深越靠前，共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7 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37744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9692640" y="2706624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S2=1  B=2 S2=1  B=2 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S2=2  B=2 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9692640" y="4325112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9692640" y="4654296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920240" y="572414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1920240" y="6053328"/>
          <a:ext cx="425196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2402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67512" y="9235440"/>
            <a:ext cx="8869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每个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按自己的长度排轮次，短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不拖累长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；核数超过本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列数时会有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10058400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灰格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本轮该核没有可派的列（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batch1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只有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列，第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4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轮只剩一条核有活）。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10442448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对比算法页的对照表：按最长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对齐要多花好几轮。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8. TND GQA Dense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：按面积展平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core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各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[2, 1]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[2, 2] · GQA g=2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444752"/>
            <a:ext cx="161010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layout TND (变长)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05634" y="1444752"/>
            <a:ext cx="218795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causal 跟随 epilogue mask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1606" y="1444752"/>
            <a:ext cx="135255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头型 GQA (g&gt;1)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172" y="1444752"/>
            <a:ext cx="182473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dk/dV 共享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847088"/>
            <a:ext cx="8778240" cy="2263139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core 数 k=2, batch 数 b=2, g=2, 各 batch 长度不同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先算每 batch 的任务面积并累加: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面积 = 该 batch S1 块数 * S2 块数;  面积前缀 = 逐 batch 累加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例子: 面积前缀 [0, 4, 6]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总轮数 = max(ceil(总面积*head数*g/k), 最大S1块数*g, 最大S2块数) = 6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(round r, core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全局 task id = (j-1) * 总轮数 + r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每条核独占一段，顺序扫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用面积前缀查出它属于哪个 batch;  批内号 = 全局 task id - 该 batch 面积前缀*head数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第几组 = 批内号 换算;  第几行 = 批内号 % m;  第几列 = ceil(批内号 / (m*g))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4384547"/>
          <a:ext cx="8522206" cy="3072384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B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A08B2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145C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109D1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450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90AF1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E65E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5026F6"/>
                    </a:solidFill>
                  </a:tcPr>
                </a:tc>
              </a:tr>
              <a:tr h="43891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N2=1 G=1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 N2=1 G=2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7712962"/>
            <a:ext cx="3657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为什么这样分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8023858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按面积前缀把整个任务空间展平，再等分成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段，每条核顺序扫自己那段；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8298179"/>
            <a:ext cx="87782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不追求列私有，只保证同一轮各核的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(B,N2,G,S1)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互不相同。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847088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762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batch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4323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KV head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6883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GQA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94436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20040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45643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head dim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tile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内不切分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986784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332720" y="4315968"/>
          <a:ext cx="4251960" cy="1609344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332720" y="6199632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换成按最长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对齐（示意）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332720" y="6528816"/>
          <a:ext cx="4251960" cy="1261872"/>
        </p:xfrm>
        <a:graphic>
          <a:graphicData uri="http://schemas.openxmlformats.org/drawingml/2006/table">
            <a:tbl>
              <a:tblPr/>
              <a:tblGrid>
                <a:gridCol w="1463040"/>
                <a:gridCol w="868680"/>
                <a:gridCol w="1920240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做法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总轮数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说明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本页规则（逐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按自己的长度排，短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不拖累长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按最长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对齐（示意）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所有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按最长的排，短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batch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大量空转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67512" y="10195560"/>
            <a:ext cx="13898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变长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GQA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无法逐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对齐，直接把整个任务空间展平等分给各核，顺序扫过。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8. TND GQA Dense ——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面积大的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分到的格子多；每个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(S1,S2)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格上有两个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的任务，按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G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拆图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E65ED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B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98448" y="2377440"/>
            <a:ext cx="0" cy="2048256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9496" y="3264408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719072"/>
            <a:ext cx="2048256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0240" y="140817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15000" y="2377440"/>
          <a:ext cx="2560317" cy="2560317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145C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450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A08B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51576" y="201168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 N2=1 G=2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30428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920240" y="5989320"/>
          <a:ext cx="2560317" cy="1706878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109D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5026F6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56816" y="562356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 N2=1 G=1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11680" y="591616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715000" y="5989320"/>
          <a:ext cx="2560317" cy="1706878"/>
        </p:xfrm>
        <a:graphic>
          <a:graphicData uri="http://schemas.openxmlformats.org/drawingml/2006/table">
            <a:tbl>
              <a:tblPr/>
              <a:tblGrid>
                <a:gridCol w="853439"/>
                <a:gridCol w="853439"/>
                <a:gridCol w="853439"/>
              </a:tblGrid>
              <a:tr h="853439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853439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390A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6945F7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51576" y="5623560"/>
            <a:ext cx="25603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 N2=1 G=2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6440" y="591616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20240" y="7805928"/>
            <a:ext cx="13716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色相</a:t>
            </a:r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= core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971800" y="776020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30168" y="7760208"/>
          <a:ext cx="658368" cy="365760"/>
        </p:xfrm>
        <a:graphic>
          <a:graphicData uri="http://schemas.openxmlformats.org/drawingml/2006/table">
            <a:tbl>
              <a:tblPr/>
              <a:tblGrid>
                <a:gridCol w="65836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517136" y="7805928"/>
            <a:ext cx="1737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深浅</a:t>
            </a:r>
            <a:r>
              <a:rPr sz="14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8226552"/>
            <a:ext cx="914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第几轮：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788920" y="818997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54679" y="818997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F3BA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520439" y="818997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145C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886200" y="818997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145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251960" y="818997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E65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617720" y="8189976"/>
          <a:ext cx="329184" cy="310896"/>
        </p:xfrm>
        <a:graphic>
          <a:graphicData uri="http://schemas.openxmlformats.org/drawingml/2006/table">
            <a:tbl>
              <a:tblPr/>
              <a:tblGrid>
                <a:gridCol w="329184"/>
              </a:tblGrid>
              <a:tr h="310896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C7BF0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111496" y="8226552"/>
            <a:ext cx="237744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越深越靠前，共</a:t>
            </a:r>
            <a:r>
              <a:rPr sz="125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6 </a:t>
            </a:r>
            <a:r>
              <a:rPr sz="125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37744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每条</a:t>
            </a:r>
            <a:r>
              <a:rPr sz="15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core </a:t>
            </a:r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负责哪些列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9692640" y="2706624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列（按先后顺序）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S2=1  B=1 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S2=2  B=2 S2=1  B=2 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9692640" y="4325112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9692640" y="4654296"/>
          <a:ext cx="4251960" cy="1609344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core x round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槽位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9692640" y="6675120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692640" y="7004304"/>
          <a:ext cx="4251960" cy="1609344"/>
        </p:xfrm>
        <a:graphic>
          <a:graphicData uri="http://schemas.openxmlformats.org/drawingml/2006/table">
            <a:tbl>
              <a:tblPr/>
              <a:tblGrid>
                <a:gridCol w="2011680"/>
                <a:gridCol w="22402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core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列私有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—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不适用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67512" y="9235440"/>
            <a:ext cx="8869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变长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GQA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无法逐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batch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对齐，直接把整个任务空间展平等分给各核，顺序扫过。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10058400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四个小块合起来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12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个任务，正好被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条核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x 6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轮扫完，零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idle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" y="10442448"/>
            <a:ext cx="88696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batch2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只有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1x2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块，所以它那两张图更矮。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