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0241280" cy="4215383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280160"/>
                <a:gridCol w="1280160"/>
                <a:gridCol w="1280160"/>
                <a:gridCol w="1280160"/>
              </a:tblGrid>
              <a:tr h="50292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30936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9951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452360"/>
            <a:ext cx="1188720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页：所有规则共用同一个轴遍历顺序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836408"/>
            <a:ext cx="1188720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220456"/>
            <a:ext cx="1188720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；色相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轮次，灰格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99516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332720" y="7397496"/>
          <a:ext cx="4251960" cy="2688336"/>
        </p:xfrm>
        <a:graphic>
          <a:graphicData uri="http://schemas.openxmlformats.org/drawingml/2006/table">
            <a:tbl>
              <a:tblPr/>
              <a:tblGrid>
                <a:gridCol w="1005840"/>
                <a:gridCol w="32461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的顺序：外层慢、内层快。先认这个顺序，后面的分派才看得懂。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554480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66543"/>
            <a:ext cx="106070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536192" y="1737360"/>
            <a:ext cx="3474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911095" y="1554480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2224" y="2066543"/>
            <a:ext cx="106070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9776" y="1737360"/>
            <a:ext cx="3474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54680" y="1554480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066543"/>
            <a:ext cx="106070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23360" y="1737360"/>
            <a:ext cx="3474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98264" y="1554480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066543"/>
            <a:ext cx="106070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列内旋转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66944" y="1737360"/>
            <a:ext cx="3474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41848" y="1554480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2976" y="2066543"/>
            <a:ext cx="106070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788920"/>
            <a:ext cx="8229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的分块顺序：先沿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走完一列，再换下一列（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127248"/>
            <a:ext cx="10972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→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463040" y="3419856"/>
          <a:ext cx="2194560" cy="1700784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5229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62FD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B48F8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526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734E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58F9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62BB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838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368F9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15568" y="3419856"/>
            <a:ext cx="0" cy="190195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" y="4233672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193792"/>
            <a:ext cx="2194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一列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419856"/>
            <a:ext cx="4572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展开（前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8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023360" y="3822192"/>
          <a:ext cx="4206240" cy="329184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822960"/>
                <a:gridCol w="822960"/>
                <a:gridCol w="8229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692640" y="16916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057400"/>
            <a:ext cx="4846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task id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359152"/>
            <a:ext cx="4846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列（或相邻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2660904"/>
            <a:ext cx="4846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轮里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它守着同一条列，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2962656"/>
            <a:ext cx="4846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只在列内把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转一圈，这才是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3264408"/>
            <a:ext cx="4846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所以同一个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会出现在多条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的任务里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那是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3566160"/>
            <a:ext cx="4846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不同轮次、不同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；而在同一条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867912"/>
            <a:ext cx="4846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是同一列连续多轮。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438912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9692640" y="4791456"/>
          <a:ext cx="429768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的低位先走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：同一轮各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拿相邻列，跨轮、跨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都在自己列里把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走一遍，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本来就会被多列用到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 S1)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空间是双射，每个块只被派一次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——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这是确定性的前提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667512" y="92811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9921240"/>
            <a:ext cx="1389888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顺序；颜色越深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越早执行。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每轮转一格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38912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61822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965692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列，所以同一轮里相邻两条核落到相邻的两列上；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2583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它一直守着同一列，只在列内把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转一圈。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550908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出现在多条核上时，那是不同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、不同轮。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986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38912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67512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0774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轮里守着同一条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dK/dV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因此是单核顺序累加。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；色相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2779776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S2=3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39826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0060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493776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5340096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223760"/>
            <a:ext cx="8321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626096"/>
          <a:ext cx="7955279" cy="1828800"/>
        </p:xfrm>
        <a:graphic>
          <a:graphicData uri="http://schemas.openxmlformats.org/drawingml/2006/table">
            <a:tbl>
              <a:tblPr/>
              <a:tblGrid>
                <a:gridCol w="2103120"/>
                <a:gridCol w="585216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的低位先走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：同一轮各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拿相邻列，跨轮、跨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都在自己列里把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走一遍，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本来就会被多列用到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 S1)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空间是双射，每个块只被派一次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——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这是确定性的前提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509760"/>
            <a:ext cx="8869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轮里守着同一条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dK/dV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因此是单核顺序累加。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6812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53388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轮正好把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：批优先旋转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16736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54583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893308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低位换成了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：同一轮各核落在不同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、同一列上，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不会撞；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18591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代价是核不再独占整条列，改由切片保证有序。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6752844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7155180"/>
          <a:ext cx="886968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986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438912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332720" y="667512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0332720" y="70774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低位改成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后，同一轮里各核落在不同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撞不到一起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2779776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202936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605272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493776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5340096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223760"/>
            <a:ext cx="8321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626096"/>
          <a:ext cx="7955279" cy="1828800"/>
        </p:xfrm>
        <a:graphic>
          <a:graphicData uri="http://schemas.openxmlformats.org/drawingml/2006/table">
            <a:tbl>
              <a:tblPr/>
              <a:tblGrid>
                <a:gridCol w="2103120"/>
                <a:gridCol w="585216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的低位先走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：同一轮各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拿相邻列，跨轮、跨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都在自己列里把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走一遍，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本来就会被多列用到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 S1)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空间是双射，每个块只被派一次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——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这是确定性的前提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509760"/>
            <a:ext cx="8869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低位改成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后，同一轮里各核落在不同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撞不到一起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6812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条核各守一条列，每列恰好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53388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，列优先的规则在这里不能用。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169663"/>
          <a:ext cx="8522206" cy="3072384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5163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863839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x (n+1)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在矩形里按同样的低位规则排；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15644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 buffer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之间交替。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4490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槽位，也不需要在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986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38912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67512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0774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2779776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S2=3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39826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480060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22376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626096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509760"/>
            <a:ext cx="8869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6812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同一个格子在两张真实图上各出现一次（色相不同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53388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之间来回切，所以每核要两个累加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parity 0/1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&gt;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&gt;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直接套用 Causal Swizzle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虚拟高 = 2m-n+1 = 5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列号  = (r-1)/虚拟高 * active core 数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配对号 = 列号/n+1;  虚拟列 = 列号%n+1;  虚拟行 = (r-1)%虚拟高+1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奇数 batch 可用行数 = m - 虚拟列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&lt;= 可用行数: 奇数 batch, 行 = 虚拟列+虚拟行-1, 列 = 虚拟列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                 偶数 batch, 行 = m-(虚拟行-可用行数)+1, 列 = n-虚拟列+1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633472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292338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63981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长时换一套几何：虚拟高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，每列只有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32419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多出来的行是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，落在因果区外的块由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打掉（贡献精确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499347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67512" y="8901683"/>
          <a:ext cx="886968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3986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38912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67512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0774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5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行里，每列只有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行有活；灰格是凑不满的部分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90169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9112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377440"/>
          <a:ext cx="2880360" cy="3401568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729215" y="2011680"/>
            <a:ext cx="2880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230428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61904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659282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8211312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8613648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920240" y="579120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920240" y="6193536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509760"/>
            <a:ext cx="8869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6812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红色格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本轮该核没任务（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区外、要靠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53388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注：选择器目前只在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等长时选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Left-Up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，那时它会委托给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Swizzle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19456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685342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200898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列会横跨多条核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没法列私有；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49350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改用连续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切片分给各核，靠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修正让同一轮各核的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78611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因此有确定的先后。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353043"/>
            <a:ext cx="9235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8755379"/>
          <a:ext cx="886968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80010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986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4389120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332720" y="6272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0332720" y="6675120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g=2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2779776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39826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00600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493776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5340096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509760"/>
            <a:ext cx="8869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6812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的任务用两行文字分开；色相仍是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53388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G1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511296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38504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732519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前缀（长度可以不同），批内仍然按列私有排；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02512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核数超过本批的列数时，该轮这条核空转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这是变长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986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38912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67512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077456"/>
          <a:ext cx="4251959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时才需要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等长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2779776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39826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0060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4937760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5340096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223760"/>
            <a:ext cx="8321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626096"/>
          <a:ext cx="7955279" cy="1828800"/>
        </p:xfrm>
        <a:graphic>
          <a:graphicData uri="http://schemas.openxmlformats.org/drawingml/2006/table">
            <a:tbl>
              <a:tblPr/>
              <a:tblGrid>
                <a:gridCol w="2103120"/>
                <a:gridCol w="585216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的低位先走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：同一轮各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拿相邻列，跨轮、跨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出现在多条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都在自己列里把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走一遍，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本来就会被多列用到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 S1)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空间是双射，每个块只被派一次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——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这是确定性的前提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509760"/>
            <a:ext cx="8869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6812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本轮该核没有可派的列（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53388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batch;  批内号 = 全局 task id - 该 batch 面积前缀*head数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3072384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3891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7312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078723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按面积前缀把整个任务空间展平，再等分成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37133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不追求列私有，只保证同一轮各核的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986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389120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27278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675120"/>
          <a:ext cx="4251960" cy="1261872"/>
        </p:xfrm>
        <a:graphic>
          <a:graphicData uri="http://schemas.openxmlformats.org/drawingml/2006/table">
            <a:tbl>
              <a:tblPr/>
              <a:tblGrid>
                <a:gridCol w="1463040"/>
                <a:gridCol w="868680"/>
                <a:gridCol w="19202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本页规则（逐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按自己的长度排，短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不拖累长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按最长的排，短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2779776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39826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4800600"/>
          <a:ext cx="4251960" cy="1609344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821424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223760"/>
          <a:ext cx="425196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2402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9509760"/>
            <a:ext cx="88696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16812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个任务，正好被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轮扫完，零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10533888"/>
            <a:ext cx="88696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