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张量分块与核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/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轮分配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18872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输入：核数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个分块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125711" cy="3567987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3749039"/>
                <a:gridCol w="2816352"/>
              </a:tblGrid>
              <a:tr h="731520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参数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取值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备注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802843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核数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并行计算的核数量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lane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08406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个方向切成几块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每块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128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08406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个方向切成几块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每块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128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08406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分块总数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 x n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每个块一项任务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08406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ceil(m*n / k)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末轮可能有余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5394960"/>
          <a:ext cx="3538728" cy="2834640"/>
        </p:xfrm>
        <a:graphic>
          <a:graphicData uri="http://schemas.openxmlformats.org/drawingml/2006/table">
            <a:tbl>
              <a:tblPr/>
              <a:tblGrid>
                <a:gridCol w="1179576"/>
                <a:gridCol w="1179576"/>
                <a:gridCol w="1179576"/>
              </a:tblGrid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/</a:t>
                      </a:r>
                      <a:r>
                        <a:rPr sz="17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7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S2=1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S2=1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7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S2=1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S2=2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7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S2=2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S2=2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7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S2=3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S2=3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7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S2=3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120640" y="5230368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分块网格（颜色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分组）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20640" y="5623560"/>
          <a:ext cx="1838654" cy="1809749"/>
        </p:xfrm>
        <a:graphic>
          <a:graphicData uri="http://schemas.openxmlformats.org/drawingml/2006/table">
            <a:tbl>
              <a:tblPr/>
              <a:tblGrid>
                <a:gridCol w="612885"/>
                <a:gridCol w="612885"/>
                <a:gridCol w="612885"/>
              </a:tblGrid>
              <a:tr h="603250">
                <a:tc>
                  <a:txBody>
                    <a:bodyPr wrap="none"/>
                    <a:lstStyle/>
                    <a:p>
                      <a:pPr algn="ctr"/>
                      <a:r>
                        <a:rPr sz="175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B0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370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82A7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1EAFF"/>
                    </a:solidFill>
                  </a:tcPr>
                </a:tc>
              </a:tr>
              <a:tr h="603250">
                <a:tc>
                  <a:txBody>
                    <a:bodyPr wrap="none"/>
                    <a:lstStyle/>
                    <a:p>
                      <a:pPr algn="ctr"/>
                      <a:r>
                        <a:rPr sz="17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B3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82A7FC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1EA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370FF"/>
                    </a:solidFill>
                  </a:tcPr>
                </a:tc>
              </a:tr>
              <a:tr h="603250">
                <a:tc>
                  <a:txBody>
                    <a:bodyPr wrap="none"/>
                    <a:lstStyle/>
                    <a:p>
                      <a:pPr algn="ctr"/>
                      <a:r>
                        <a:rPr sz="17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1EA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1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370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7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82A7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120640" y="7818120"/>
            <a:ext cx="76809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每个核负责哪些块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120640" y="8220456"/>
          <a:ext cx="7315200" cy="1207008"/>
        </p:xfrm>
        <a:graphic>
          <a:graphicData uri="http://schemas.openxmlformats.org/drawingml/2006/table">
            <a:tbl>
              <a:tblPr/>
              <a:tblGrid>
                <a:gridCol w="822960"/>
                <a:gridCol w="649224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(S1, S2)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S2=1 -&gt; S1=3 S2=1 -&gt; S1=2 S2=2 -&gt; S1=1 S2=3 -&gt; S1=3 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S2=1 -&gt; S1=1 S2=2 -&gt; S1=3 S2=2 -&gt; S1=2 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509760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分块分给核以后，每个核按自己的顺序累加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顺序固定，结果就固定。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任务矩阵与覆盖图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716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任务矩阵：纵轴是轮、横轴是核；覆盖图把同样的信息摊到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核数 k=2, S1 块数 m=3, S2 块数 n=3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(轮 r, 核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任务号 = (r-1) * k + (j-1)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核优先，一条接一条铺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第几块 = 任务号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S1 = (第几块-1) / n + 1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先走 S2 再换 S1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S2 = (第几块-1) % n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任务号 &gt;= m*n 时本核本轮空闲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3607308"/>
          <a:ext cx="8732520" cy="2852928"/>
        </p:xfrm>
        <a:graphic>
          <a:graphicData uri="http://schemas.openxmlformats.org/drawingml/2006/table">
            <a:tbl>
              <a:tblPr/>
              <a:tblGrid>
                <a:gridCol w="1051560"/>
                <a:gridCol w="3840480"/>
                <a:gridCol w="38404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任务号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任务号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任务号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任务号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任务号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=5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任务号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=6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任务号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=7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任务号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=8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任务号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=9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6844283"/>
            <a:ext cx="46177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7246620"/>
          <a:ext cx="4251960" cy="2011680"/>
        </p:xfrm>
        <a:graphic>
          <a:graphicData uri="http://schemas.openxmlformats.org/drawingml/2006/table">
            <a:tbl>
              <a:tblPr/>
              <a:tblGrid>
                <a:gridCol w="2926080"/>
                <a:gridCol w="1325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分块总数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空位（末轮余下）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946404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一条核在一轮里只算一个分块；核数除不尽时末轮有空位（灰格）。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241280" y="2926080"/>
          <a:ext cx="2926080" cy="292608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</a:tblGrid>
              <a:tr h="73152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73152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</a:tr>
              <a:tr h="73152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277855" y="2505456"/>
            <a:ext cx="2926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全部分块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332719" y="282549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921240" y="2926080"/>
            <a:ext cx="0" cy="2487168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62288" y="4032504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241280" y="2212848"/>
            <a:ext cx="2487168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241280" y="1901951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016752"/>
            <a:ext cx="42062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第几轮执行，颜色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